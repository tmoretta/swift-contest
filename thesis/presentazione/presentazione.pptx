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004800" cy="9753600"/>
  <p:notesSz cx="6858000" cy="9144000"/>
  <p:defaultTextStyle>
    <a:defPPr marL="0" marR="0" indent="0" algn="l" defTabSz="914400" rtl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1pPr>
    <a:lvl2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2pPr>
    <a:lvl3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3pPr>
    <a:lvl4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4pPr>
    <a:lvl5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5pPr>
    <a:lvl6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6pPr>
    <a:lvl7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7pPr>
    <a:lvl8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8pPr>
    <a:lvl9pPr marL="0" marR="0" indent="0" algn="l" defTabSz="1733930" rtl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defRPr sz="3000" b="0" i="0" u="none" strike="noStrike" cap="none" spc="0">
        <a:ln>
          <a:noFill/>
        </a:ln>
        <a:solidFill>
          <a:srgbClr val="000000"/>
        </a:solidFill>
        <a:latin typeface="Helvetica"/>
        <a:ea typeface="Helvetica"/>
        <a:cs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32758" d="788258440"/>
          <a:sy n="0" d="0"/>
        </p:scale>
        <p:origin x="0" y="0"/>
      </p:cViewPr>
      <p:guideLst>
        <p:guide pos="4096"/>
        <p:guide pos="3072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4965013" name="Shape 173"/>
          <p:cNvSpPr/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580914" name="Shape 174"/>
          <p:cNvSpPr/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defRPr sz="2200">
        <a:latin typeface="Lucida Grande"/>
        <a:ea typeface="Lucida Grande"/>
        <a:cs typeface="Lucida Grande"/>
      </a:defRPr>
    </a:lvl1pPr>
    <a:lvl2pPr indent="457200" defTabSz="457200">
      <a:defRPr sz="2200">
        <a:latin typeface="Lucida Grande"/>
        <a:ea typeface="Lucida Grande"/>
        <a:cs typeface="Lucida Grande"/>
      </a:defRPr>
    </a:lvl2pPr>
    <a:lvl3pPr indent="914400" defTabSz="457200">
      <a:defRPr sz="2200">
        <a:latin typeface="Lucida Grande"/>
        <a:ea typeface="Lucida Grande"/>
        <a:cs typeface="Lucida Grande"/>
      </a:defRPr>
    </a:lvl3pPr>
    <a:lvl4pPr indent="1371600" defTabSz="457200">
      <a:defRPr sz="2200">
        <a:latin typeface="Lucida Grande"/>
        <a:ea typeface="Lucida Grande"/>
        <a:cs typeface="Lucida Grande"/>
      </a:defRPr>
    </a:lvl4pPr>
    <a:lvl5pPr indent="1828800" defTabSz="457200">
      <a:defRPr sz="2200">
        <a:latin typeface="Lucida Grande"/>
        <a:ea typeface="Lucida Grande"/>
        <a:cs typeface="Lucida Grande"/>
      </a:defRPr>
    </a:lvl5pPr>
    <a:lvl6pPr indent="2286000" defTabSz="457200">
      <a:defRPr sz="2200">
        <a:latin typeface="Lucida Grande"/>
        <a:ea typeface="Lucida Grande"/>
        <a:cs typeface="Lucida Grande"/>
      </a:defRPr>
    </a:lvl6pPr>
    <a:lvl7pPr indent="2743200" defTabSz="457200">
      <a:defRPr sz="2200">
        <a:latin typeface="Lucida Grande"/>
        <a:ea typeface="Lucida Grande"/>
        <a:cs typeface="Lucida Grande"/>
      </a:defRPr>
    </a:lvl7pPr>
    <a:lvl8pPr indent="3200400" defTabSz="457200">
      <a:defRPr sz="2200">
        <a:latin typeface="Lucida Grande"/>
        <a:ea typeface="Lucida Grande"/>
        <a:cs typeface="Lucida Grande"/>
      </a:defRPr>
    </a:lvl8pPr>
    <a:lvl9pPr indent="3657600" defTabSz="457200">
      <a:defRPr sz="2200">
        <a:latin typeface="Lucida Grande"/>
        <a:ea typeface="Lucida Grande"/>
        <a:cs typeface="Lucida Grande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4AAEF0-19B6-839D-8A70-0A03158C7B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A56FF2-355F-82A7-3824-3714793FA7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6298FE-23EA-D964-6399-E4D06B391E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6C654-9577-022C-DD61-D18D71C005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6672F0-D9F5-DAB5-C6D5-B091A0A8BF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49E582-563E-CB5E-EFD9-D49249FFC4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00477-53EE-2827-A83C-E66AD3F4B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561D10-9520-41D0-C9E2-7F075D5317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1" showMasterSp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0885869" name="Shape 332"/>
          <p:cNvSpPr/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096287" name="Shape 333"/>
          <p:cNvSpPr/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Inserisci in questa slide riassuntiva gli screenshot delle parti salienti della tua presentazione. In questo modo, chi ti ascolta avrà una panoramica completa del tuo lavoro di tesi.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fpecorelli@unisa.it" TargetMode="External"/><Relationship Id="rId5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fpecorelli@unisa.it" TargetMode="External"/><Relationship Id="rId5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452642" name="Rettangolo"/>
          <p:cNvSpPr txBox="1"/>
          <p:nvPr>
            <p:ph type="body" sz="quarter" idx="21"/>
          </p:nvPr>
        </p:nvSpPr>
        <p:spPr bwMode="auto">
          <a:xfrm>
            <a:off x="698500" y="5105400"/>
            <a:ext cx="11607800" cy="1456399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033561" name="Titolo Testo"/>
          <p:cNvSpPr txBox="1"/>
          <p:nvPr>
            <p:ph type="title"/>
          </p:nvPr>
        </p:nvSpPr>
        <p:spPr bwMode="auto">
          <a:xfrm>
            <a:off x="698500" y="1854200"/>
            <a:ext cx="11609059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63300012" name="Corpo livello uno…"/>
          <p:cNvSpPr txBox="1"/>
          <p:nvPr>
            <p:ph type="body" sz="quarter" idx="1"/>
          </p:nvPr>
        </p:nvSpPr>
        <p:spPr bwMode="auto">
          <a:xfrm>
            <a:off x="698500" y="8657487"/>
            <a:ext cx="11607801" cy="461062"/>
          </a:xfrm>
          <a:prstGeom prst="rect">
            <a:avLst/>
          </a:prstGeom>
        </p:spPr>
        <p:txBody>
          <a:bodyPr numCol="1" spcCol="38100" anchor="b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2078053981" name="Numero diapositiva"/>
          <p:cNvSpPr txBox="1"/>
          <p:nvPr>
            <p:ph type="sldNum" sz="quarter" idx="2"/>
          </p:nvPr>
        </p:nvSpPr>
        <p:spPr bwMode="auto">
          <a:xfrm>
            <a:off x="5867399" y="8237678"/>
            <a:ext cx="1270000" cy="12700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Solo titolo">
    <p:bg>
      <p:bgPr shadeToTitle="0">
        <a:blipFill>
          <a:blip r:embed="rId2"/>
          <a:srcRect l="0" t="0" r="0" b="0"/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838364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937594891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800821246" name="Rettangolo"/>
          <p:cNvSpPr/>
          <p:nvPr/>
        </p:nvSpPr>
        <p:spPr bwMode="auto">
          <a:xfrm>
            <a:off x="-6928" y="1888"/>
            <a:ext cx="13018657" cy="4876805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410324544" name="image2.png" descr="image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49490" y="149170"/>
            <a:ext cx="2208781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51782182" name="fpecorelli@unisa.it…"/>
          <p:cNvSpPr txBox="1"/>
          <p:nvPr/>
        </p:nvSpPr>
        <p:spPr bwMode="auto">
          <a:xfrm>
            <a:off x="708161" y="8560997"/>
            <a:ext cx="4735013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 u="sng">
                <a:solidFill>
                  <a:srgbClr val="0432FF"/>
                </a:solidFill>
              </a:defRPr>
            </a:pPr>
            <a:r>
              <a:rPr u="sng">
                <a:hlinkClick r:id="rId4" tooltip=""/>
              </a:rPr>
              <a:t>fpecorelli@unisa.it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https://fabiano-pecorelli.github.io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@FabianoPecorel1</a:t>
            </a:r>
            <a:endParaRPr/>
          </a:p>
        </p:txBody>
      </p:sp>
      <p:sp>
        <p:nvSpPr>
          <p:cNvPr id="2037979031" name="Forma"/>
          <p:cNvSpPr/>
          <p:nvPr/>
        </p:nvSpPr>
        <p:spPr bwMode="auto">
          <a:xfrm>
            <a:off x="285325" y="8702940"/>
            <a:ext cx="254004" cy="1605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935340461" name="Forma"/>
          <p:cNvSpPr/>
          <p:nvPr/>
        </p:nvSpPr>
        <p:spPr bwMode="auto">
          <a:xfrm>
            <a:off x="285325" y="8961048"/>
            <a:ext cx="254004" cy="2540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45" y="0"/>
                  <a:pt x="0" y="4845"/>
                  <a:pt x="0" y="10800"/>
                </a:cubicBezTo>
                <a:cubicBezTo>
                  <a:pt x="0" y="16755"/>
                  <a:pt x="4845" y="21600"/>
                  <a:pt x="10800" y="21600"/>
                </a:cubicBezTo>
                <a:cubicBezTo>
                  <a:pt x="16755" y="21600"/>
                  <a:pt x="21600" y="16755"/>
                  <a:pt x="21600" y="10800"/>
                </a:cubicBezTo>
                <a:cubicBezTo>
                  <a:pt x="21600" y="4845"/>
                  <a:pt x="16755" y="0"/>
                  <a:pt x="10800" y="0"/>
                </a:cubicBezTo>
                <a:close/>
                <a:moveTo>
                  <a:pt x="11993" y="938"/>
                </a:moveTo>
                <a:cubicBezTo>
                  <a:pt x="14122" y="1194"/>
                  <a:pt x="16044" y="2125"/>
                  <a:pt x="17542" y="3512"/>
                </a:cubicBezTo>
                <a:cubicBezTo>
                  <a:pt x="16898" y="4108"/>
                  <a:pt x="16188" y="4611"/>
                  <a:pt x="15429" y="5012"/>
                </a:cubicBezTo>
                <a:cubicBezTo>
                  <a:pt x="15343" y="4850"/>
                  <a:pt x="15255" y="4689"/>
                  <a:pt x="15162" y="4531"/>
                </a:cubicBezTo>
                <a:cubicBezTo>
                  <a:pt x="14347" y="3140"/>
                  <a:pt x="13267" y="1918"/>
                  <a:pt x="11993" y="938"/>
                </a:cubicBezTo>
                <a:close/>
                <a:moveTo>
                  <a:pt x="9560" y="943"/>
                </a:moveTo>
                <a:cubicBezTo>
                  <a:pt x="8289" y="1922"/>
                  <a:pt x="7211" y="3142"/>
                  <a:pt x="6397" y="4531"/>
                </a:cubicBezTo>
                <a:cubicBezTo>
                  <a:pt x="6308" y="4684"/>
                  <a:pt x="6222" y="4839"/>
                  <a:pt x="6139" y="4995"/>
                </a:cubicBezTo>
                <a:cubicBezTo>
                  <a:pt x="5392" y="4597"/>
                  <a:pt x="4693" y="4100"/>
                  <a:pt x="4058" y="3512"/>
                </a:cubicBezTo>
                <a:cubicBezTo>
                  <a:pt x="5545" y="2136"/>
                  <a:pt x="7450" y="1207"/>
                  <a:pt x="9560" y="943"/>
                </a:cubicBezTo>
                <a:close/>
                <a:moveTo>
                  <a:pt x="10366" y="1421"/>
                </a:moveTo>
                <a:lnTo>
                  <a:pt x="10366" y="6141"/>
                </a:lnTo>
                <a:cubicBezTo>
                  <a:pt x="9165" y="6090"/>
                  <a:pt x="8002" y="5827"/>
                  <a:pt x="6920" y="5368"/>
                </a:cubicBezTo>
                <a:cubicBezTo>
                  <a:pt x="6992" y="5234"/>
                  <a:pt x="7066" y="5100"/>
                  <a:pt x="7143" y="4968"/>
                </a:cubicBezTo>
                <a:cubicBezTo>
                  <a:pt x="7960" y="3575"/>
                  <a:pt x="9062" y="2365"/>
                  <a:pt x="10366" y="1421"/>
                </a:cubicBezTo>
                <a:close/>
                <a:moveTo>
                  <a:pt x="11234" y="1451"/>
                </a:moveTo>
                <a:cubicBezTo>
                  <a:pt x="12520" y="2391"/>
                  <a:pt x="13607" y="3589"/>
                  <a:pt x="14415" y="4968"/>
                </a:cubicBezTo>
                <a:cubicBezTo>
                  <a:pt x="14495" y="5104"/>
                  <a:pt x="14572" y="5244"/>
                  <a:pt x="14646" y="5383"/>
                </a:cubicBezTo>
                <a:cubicBezTo>
                  <a:pt x="13574" y="5833"/>
                  <a:pt x="12424" y="6090"/>
                  <a:pt x="11234" y="6141"/>
                </a:cubicBezTo>
                <a:lnTo>
                  <a:pt x="11234" y="1451"/>
                </a:lnTo>
                <a:close/>
                <a:moveTo>
                  <a:pt x="3448" y="4128"/>
                </a:moveTo>
                <a:cubicBezTo>
                  <a:pt x="4152" y="4783"/>
                  <a:pt x="4928" y="5335"/>
                  <a:pt x="5759" y="5775"/>
                </a:cubicBezTo>
                <a:cubicBezTo>
                  <a:pt x="5120" y="7219"/>
                  <a:pt x="4759" y="8779"/>
                  <a:pt x="4701" y="10368"/>
                </a:cubicBezTo>
                <a:lnTo>
                  <a:pt x="876" y="10368"/>
                </a:lnTo>
                <a:cubicBezTo>
                  <a:pt x="979" y="7972"/>
                  <a:pt x="1935" y="5793"/>
                  <a:pt x="3448" y="4128"/>
                </a:cubicBezTo>
                <a:close/>
                <a:moveTo>
                  <a:pt x="18152" y="4128"/>
                </a:moveTo>
                <a:cubicBezTo>
                  <a:pt x="19665" y="5793"/>
                  <a:pt x="20621" y="7972"/>
                  <a:pt x="20724" y="10368"/>
                </a:cubicBezTo>
                <a:lnTo>
                  <a:pt x="16858" y="10368"/>
                </a:lnTo>
                <a:cubicBezTo>
                  <a:pt x="16800" y="8785"/>
                  <a:pt x="16441" y="7231"/>
                  <a:pt x="15807" y="5792"/>
                </a:cubicBezTo>
                <a:cubicBezTo>
                  <a:pt x="16650" y="5349"/>
                  <a:pt x="17439" y="4792"/>
                  <a:pt x="18152" y="4128"/>
                </a:cubicBezTo>
                <a:close/>
                <a:moveTo>
                  <a:pt x="6541" y="6148"/>
                </a:moveTo>
                <a:cubicBezTo>
                  <a:pt x="7739" y="6662"/>
                  <a:pt x="9031" y="6956"/>
                  <a:pt x="10366" y="7008"/>
                </a:cubicBezTo>
                <a:lnTo>
                  <a:pt x="10366" y="10368"/>
                </a:lnTo>
                <a:lnTo>
                  <a:pt x="5569" y="10368"/>
                </a:lnTo>
                <a:cubicBezTo>
                  <a:pt x="5626" y="8908"/>
                  <a:pt x="5956" y="7475"/>
                  <a:pt x="6541" y="6148"/>
                </a:cubicBezTo>
                <a:close/>
                <a:moveTo>
                  <a:pt x="15024" y="6163"/>
                </a:moveTo>
                <a:cubicBezTo>
                  <a:pt x="15604" y="7486"/>
                  <a:pt x="15934" y="8914"/>
                  <a:pt x="15991" y="10368"/>
                </a:cubicBezTo>
                <a:lnTo>
                  <a:pt x="11234" y="10368"/>
                </a:lnTo>
                <a:lnTo>
                  <a:pt x="11234" y="7008"/>
                </a:lnTo>
                <a:cubicBezTo>
                  <a:pt x="12557" y="6956"/>
                  <a:pt x="13835" y="6668"/>
                  <a:pt x="15024" y="6163"/>
                </a:cubicBezTo>
                <a:close/>
                <a:moveTo>
                  <a:pt x="876" y="11234"/>
                </a:moveTo>
                <a:lnTo>
                  <a:pt x="4700" y="11234"/>
                </a:lnTo>
                <a:cubicBezTo>
                  <a:pt x="4753" y="12849"/>
                  <a:pt x="5119" y="14437"/>
                  <a:pt x="5773" y="15903"/>
                </a:cubicBezTo>
                <a:cubicBezTo>
                  <a:pt x="4953" y="16335"/>
                  <a:pt x="4185" y="16876"/>
                  <a:pt x="3488" y="17518"/>
                </a:cubicBezTo>
                <a:cubicBezTo>
                  <a:pt x="1952" y="15847"/>
                  <a:pt x="980" y="13652"/>
                  <a:pt x="876" y="11234"/>
                </a:cubicBezTo>
                <a:close/>
                <a:moveTo>
                  <a:pt x="5567" y="11234"/>
                </a:moveTo>
                <a:lnTo>
                  <a:pt x="10366" y="11234"/>
                </a:lnTo>
                <a:lnTo>
                  <a:pt x="10366" y="14676"/>
                </a:lnTo>
                <a:cubicBezTo>
                  <a:pt x="9036" y="14728"/>
                  <a:pt x="7749" y="15021"/>
                  <a:pt x="6554" y="15532"/>
                </a:cubicBezTo>
                <a:cubicBezTo>
                  <a:pt x="5955" y="14182"/>
                  <a:pt x="5619" y="12720"/>
                  <a:pt x="5567" y="11234"/>
                </a:cubicBezTo>
                <a:close/>
                <a:moveTo>
                  <a:pt x="11234" y="11234"/>
                </a:moveTo>
                <a:lnTo>
                  <a:pt x="15992" y="11234"/>
                </a:lnTo>
                <a:cubicBezTo>
                  <a:pt x="15940" y="12714"/>
                  <a:pt x="15605" y="14169"/>
                  <a:pt x="15010" y="15515"/>
                </a:cubicBezTo>
                <a:cubicBezTo>
                  <a:pt x="13825" y="15013"/>
                  <a:pt x="12552" y="14728"/>
                  <a:pt x="11234" y="14676"/>
                </a:cubicBezTo>
                <a:lnTo>
                  <a:pt x="11234" y="11234"/>
                </a:lnTo>
                <a:close/>
                <a:moveTo>
                  <a:pt x="16860" y="11234"/>
                </a:moveTo>
                <a:lnTo>
                  <a:pt x="20724" y="11234"/>
                </a:lnTo>
                <a:cubicBezTo>
                  <a:pt x="20620" y="13652"/>
                  <a:pt x="19648" y="15847"/>
                  <a:pt x="18112" y="17518"/>
                </a:cubicBezTo>
                <a:cubicBezTo>
                  <a:pt x="17406" y="16867"/>
                  <a:pt x="16627" y="16321"/>
                  <a:pt x="15795" y="15886"/>
                </a:cubicBezTo>
                <a:cubicBezTo>
                  <a:pt x="16444" y="14425"/>
                  <a:pt x="16807" y="12842"/>
                  <a:pt x="16860" y="11234"/>
                </a:cubicBezTo>
                <a:close/>
                <a:moveTo>
                  <a:pt x="10366" y="15544"/>
                </a:moveTo>
                <a:lnTo>
                  <a:pt x="10366" y="20226"/>
                </a:lnTo>
                <a:cubicBezTo>
                  <a:pt x="9026" y="19256"/>
                  <a:pt x="7899" y="18005"/>
                  <a:pt x="7077" y="16566"/>
                </a:cubicBezTo>
                <a:cubicBezTo>
                  <a:pt x="7029" y="16481"/>
                  <a:pt x="6982" y="16396"/>
                  <a:pt x="6936" y="16310"/>
                </a:cubicBezTo>
                <a:cubicBezTo>
                  <a:pt x="8013" y="15855"/>
                  <a:pt x="9170" y="15594"/>
                  <a:pt x="10366" y="15544"/>
                </a:cubicBezTo>
                <a:close/>
                <a:moveTo>
                  <a:pt x="11234" y="15544"/>
                </a:moveTo>
                <a:cubicBezTo>
                  <a:pt x="12418" y="15594"/>
                  <a:pt x="13563" y="15849"/>
                  <a:pt x="14631" y="16295"/>
                </a:cubicBezTo>
                <a:cubicBezTo>
                  <a:pt x="14582" y="16386"/>
                  <a:pt x="14532" y="16476"/>
                  <a:pt x="14480" y="16566"/>
                </a:cubicBezTo>
                <a:cubicBezTo>
                  <a:pt x="13667" y="17990"/>
                  <a:pt x="12556" y="19230"/>
                  <a:pt x="11234" y="20196"/>
                </a:cubicBezTo>
                <a:lnTo>
                  <a:pt x="11234" y="15544"/>
                </a:lnTo>
                <a:close/>
                <a:moveTo>
                  <a:pt x="15415" y="16666"/>
                </a:moveTo>
                <a:cubicBezTo>
                  <a:pt x="16162" y="17059"/>
                  <a:pt x="16861" y="17548"/>
                  <a:pt x="17498" y="18131"/>
                </a:cubicBezTo>
                <a:cubicBezTo>
                  <a:pt x="16023" y="19479"/>
                  <a:pt x="14143" y="20390"/>
                  <a:pt x="12062" y="20655"/>
                </a:cubicBezTo>
                <a:cubicBezTo>
                  <a:pt x="13343" y="19655"/>
                  <a:pt x="14426" y="18410"/>
                  <a:pt x="15233" y="16997"/>
                </a:cubicBezTo>
                <a:cubicBezTo>
                  <a:pt x="15295" y="16887"/>
                  <a:pt x="15356" y="16777"/>
                  <a:pt x="15415" y="16666"/>
                </a:cubicBezTo>
                <a:close/>
                <a:moveTo>
                  <a:pt x="6153" y="16683"/>
                </a:moveTo>
                <a:cubicBezTo>
                  <a:pt x="6209" y="16788"/>
                  <a:pt x="6267" y="16893"/>
                  <a:pt x="6326" y="16997"/>
                </a:cubicBezTo>
                <a:cubicBezTo>
                  <a:pt x="7132" y="18407"/>
                  <a:pt x="8212" y="19649"/>
                  <a:pt x="9489" y="20648"/>
                </a:cubicBezTo>
                <a:cubicBezTo>
                  <a:pt x="7428" y="20375"/>
                  <a:pt x="5565" y="19468"/>
                  <a:pt x="4102" y="18131"/>
                </a:cubicBezTo>
                <a:cubicBezTo>
                  <a:pt x="4730" y="17557"/>
                  <a:pt x="5418" y="17073"/>
                  <a:pt x="6153" y="16683"/>
                </a:cubicBez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652795260" name="image3.png" descr="image3.png"/>
          <p:cNvPicPr>
            <a:picLocks noChangeAspect="1"/>
          </p:cNvPicPr>
          <p:nvPr/>
        </p:nvPicPr>
        <p:blipFill rotWithShape="1">
          <a:blip r:embed="rId5">
            <a:alphaModFix amt="98000"/>
          </a:blip>
          <a:stretch/>
        </p:blipFill>
        <p:spPr bwMode="auto">
          <a:xfrm>
            <a:off x="285325" y="9315094"/>
            <a:ext cx="254004" cy="254003"/>
          </a:xfrm>
          <a:prstGeom prst="rect">
            <a:avLst/>
          </a:prstGeom>
          <a:ln w="12700">
            <a:miter lim="400000"/>
          </a:ln>
        </p:spPr>
      </p:pic>
      <p:sp>
        <p:nvSpPr>
          <p:cNvPr id="878963852" name="Conference name…"/>
          <p:cNvSpPr txBox="1"/>
          <p:nvPr/>
        </p:nvSpPr>
        <p:spPr bwMode="auto">
          <a:xfrm>
            <a:off x="7877533" y="8560997"/>
            <a:ext cx="4735016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br>
              <a:rPr/>
            </a:br>
            <a:r>
              <a:rPr/>
              <a:t>Conference name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Venue, year</a:t>
            </a:r>
            <a:endParaRPr/>
          </a:p>
        </p:txBody>
      </p:sp>
      <p:sp>
        <p:nvSpPr>
          <p:cNvPr id="1343664775" name="Introduction &amp; Background"/>
          <p:cNvSpPr txBox="1"/>
          <p:nvPr/>
        </p:nvSpPr>
        <p:spPr bwMode="auto">
          <a:xfrm>
            <a:off x="237473" y="3712259"/>
            <a:ext cx="11609060" cy="1016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b="1" spc="-119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Introduction &amp; Background</a:t>
            </a:r>
            <a:endParaRPr/>
          </a:p>
        </p:txBody>
      </p:sp>
      <p:sp>
        <p:nvSpPr>
          <p:cNvPr id="1969446334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Sezione">
    <p:bg>
      <p:bgPr shadeToTitle="0">
        <a:blipFill>
          <a:blip r:embed="rId2"/>
          <a:srcRect l="0" t="0" r="0" b="0"/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295148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46197708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1643141827" name="image2.png" descr="image2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549490" y="149170"/>
            <a:ext cx="2208781" cy="1063531"/>
          </a:xfrm>
          <a:prstGeom prst="rect">
            <a:avLst/>
          </a:prstGeom>
          <a:ln w="12700">
            <a:miter lim="400000"/>
          </a:ln>
        </p:spPr>
      </p:pic>
      <p:sp>
        <p:nvSpPr>
          <p:cNvPr id="1688161365" name="fpecorelli@unisa.it…"/>
          <p:cNvSpPr txBox="1"/>
          <p:nvPr/>
        </p:nvSpPr>
        <p:spPr bwMode="auto">
          <a:xfrm>
            <a:off x="708161" y="8560997"/>
            <a:ext cx="4735013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 u="sng">
                <a:solidFill>
                  <a:srgbClr val="0432FF"/>
                </a:solidFill>
              </a:defRPr>
            </a:pPr>
            <a:r>
              <a:rPr u="sng">
                <a:hlinkClick r:id="rId4" tooltip=""/>
              </a:rPr>
              <a:t>fpecorelli@unisa.it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https://fabiano-pecorelli.github.io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@FabianoPecorel1</a:t>
            </a:r>
            <a:endParaRPr/>
          </a:p>
        </p:txBody>
      </p:sp>
      <p:sp>
        <p:nvSpPr>
          <p:cNvPr id="488205258" name="Forma"/>
          <p:cNvSpPr/>
          <p:nvPr/>
        </p:nvSpPr>
        <p:spPr bwMode="auto">
          <a:xfrm>
            <a:off x="285325" y="8702940"/>
            <a:ext cx="254004" cy="1605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44" y="0"/>
                </a:moveTo>
                <a:lnTo>
                  <a:pt x="10803" y="12213"/>
                </a:lnTo>
                <a:lnTo>
                  <a:pt x="20856" y="0"/>
                </a:lnTo>
                <a:lnTo>
                  <a:pt x="744" y="0"/>
                </a:lnTo>
                <a:close/>
                <a:moveTo>
                  <a:pt x="0" y="157"/>
                </a:moveTo>
                <a:lnTo>
                  <a:pt x="0" y="21418"/>
                </a:lnTo>
                <a:cubicBezTo>
                  <a:pt x="0" y="21518"/>
                  <a:pt x="52" y="21600"/>
                  <a:pt x="115" y="21600"/>
                </a:cubicBezTo>
                <a:lnTo>
                  <a:pt x="21485" y="21600"/>
                </a:lnTo>
                <a:cubicBezTo>
                  <a:pt x="21548" y="21600"/>
                  <a:pt x="21600" y="21518"/>
                  <a:pt x="21600" y="21418"/>
                </a:cubicBezTo>
                <a:lnTo>
                  <a:pt x="21600" y="157"/>
                </a:lnTo>
                <a:lnTo>
                  <a:pt x="10976" y="13181"/>
                </a:lnTo>
                <a:cubicBezTo>
                  <a:pt x="10924" y="13245"/>
                  <a:pt x="10861" y="13272"/>
                  <a:pt x="10797" y="13272"/>
                </a:cubicBezTo>
                <a:cubicBezTo>
                  <a:pt x="10734" y="13272"/>
                  <a:pt x="10669" y="13233"/>
                  <a:pt x="10612" y="13170"/>
                </a:cubicBezTo>
                <a:lnTo>
                  <a:pt x="0" y="157"/>
                </a:ln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22055126" name="Forma"/>
          <p:cNvSpPr/>
          <p:nvPr/>
        </p:nvSpPr>
        <p:spPr bwMode="auto">
          <a:xfrm>
            <a:off x="285325" y="8961048"/>
            <a:ext cx="254004" cy="2540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45" y="0"/>
                  <a:pt x="0" y="4845"/>
                  <a:pt x="0" y="10800"/>
                </a:cubicBezTo>
                <a:cubicBezTo>
                  <a:pt x="0" y="16755"/>
                  <a:pt x="4845" y="21600"/>
                  <a:pt x="10800" y="21600"/>
                </a:cubicBezTo>
                <a:cubicBezTo>
                  <a:pt x="16755" y="21600"/>
                  <a:pt x="21600" y="16755"/>
                  <a:pt x="21600" y="10800"/>
                </a:cubicBezTo>
                <a:cubicBezTo>
                  <a:pt x="21600" y="4845"/>
                  <a:pt x="16755" y="0"/>
                  <a:pt x="10800" y="0"/>
                </a:cubicBezTo>
                <a:close/>
                <a:moveTo>
                  <a:pt x="11993" y="938"/>
                </a:moveTo>
                <a:cubicBezTo>
                  <a:pt x="14122" y="1194"/>
                  <a:pt x="16044" y="2125"/>
                  <a:pt x="17542" y="3512"/>
                </a:cubicBezTo>
                <a:cubicBezTo>
                  <a:pt x="16898" y="4108"/>
                  <a:pt x="16188" y="4611"/>
                  <a:pt x="15429" y="5012"/>
                </a:cubicBezTo>
                <a:cubicBezTo>
                  <a:pt x="15343" y="4850"/>
                  <a:pt x="15255" y="4689"/>
                  <a:pt x="15162" y="4531"/>
                </a:cubicBezTo>
                <a:cubicBezTo>
                  <a:pt x="14347" y="3140"/>
                  <a:pt x="13267" y="1918"/>
                  <a:pt x="11993" y="938"/>
                </a:cubicBezTo>
                <a:close/>
                <a:moveTo>
                  <a:pt x="9560" y="943"/>
                </a:moveTo>
                <a:cubicBezTo>
                  <a:pt x="8289" y="1922"/>
                  <a:pt x="7211" y="3142"/>
                  <a:pt x="6397" y="4531"/>
                </a:cubicBezTo>
                <a:cubicBezTo>
                  <a:pt x="6308" y="4684"/>
                  <a:pt x="6222" y="4839"/>
                  <a:pt x="6139" y="4995"/>
                </a:cubicBezTo>
                <a:cubicBezTo>
                  <a:pt x="5392" y="4597"/>
                  <a:pt x="4693" y="4100"/>
                  <a:pt x="4058" y="3512"/>
                </a:cubicBezTo>
                <a:cubicBezTo>
                  <a:pt x="5545" y="2136"/>
                  <a:pt x="7450" y="1207"/>
                  <a:pt x="9560" y="943"/>
                </a:cubicBezTo>
                <a:close/>
                <a:moveTo>
                  <a:pt x="10366" y="1421"/>
                </a:moveTo>
                <a:lnTo>
                  <a:pt x="10366" y="6141"/>
                </a:lnTo>
                <a:cubicBezTo>
                  <a:pt x="9165" y="6090"/>
                  <a:pt x="8002" y="5827"/>
                  <a:pt x="6920" y="5368"/>
                </a:cubicBezTo>
                <a:cubicBezTo>
                  <a:pt x="6992" y="5234"/>
                  <a:pt x="7066" y="5100"/>
                  <a:pt x="7143" y="4968"/>
                </a:cubicBezTo>
                <a:cubicBezTo>
                  <a:pt x="7960" y="3575"/>
                  <a:pt x="9062" y="2365"/>
                  <a:pt x="10366" y="1421"/>
                </a:cubicBezTo>
                <a:close/>
                <a:moveTo>
                  <a:pt x="11234" y="1451"/>
                </a:moveTo>
                <a:cubicBezTo>
                  <a:pt x="12520" y="2391"/>
                  <a:pt x="13607" y="3589"/>
                  <a:pt x="14415" y="4968"/>
                </a:cubicBezTo>
                <a:cubicBezTo>
                  <a:pt x="14495" y="5104"/>
                  <a:pt x="14572" y="5244"/>
                  <a:pt x="14646" y="5383"/>
                </a:cubicBezTo>
                <a:cubicBezTo>
                  <a:pt x="13574" y="5833"/>
                  <a:pt x="12424" y="6090"/>
                  <a:pt x="11234" y="6141"/>
                </a:cubicBezTo>
                <a:lnTo>
                  <a:pt x="11234" y="1451"/>
                </a:lnTo>
                <a:close/>
                <a:moveTo>
                  <a:pt x="3448" y="4128"/>
                </a:moveTo>
                <a:cubicBezTo>
                  <a:pt x="4152" y="4783"/>
                  <a:pt x="4928" y="5335"/>
                  <a:pt x="5759" y="5775"/>
                </a:cubicBezTo>
                <a:cubicBezTo>
                  <a:pt x="5120" y="7219"/>
                  <a:pt x="4759" y="8779"/>
                  <a:pt x="4701" y="10368"/>
                </a:cubicBezTo>
                <a:lnTo>
                  <a:pt x="876" y="10368"/>
                </a:lnTo>
                <a:cubicBezTo>
                  <a:pt x="979" y="7972"/>
                  <a:pt x="1935" y="5793"/>
                  <a:pt x="3448" y="4128"/>
                </a:cubicBezTo>
                <a:close/>
                <a:moveTo>
                  <a:pt x="18152" y="4128"/>
                </a:moveTo>
                <a:cubicBezTo>
                  <a:pt x="19665" y="5793"/>
                  <a:pt x="20621" y="7972"/>
                  <a:pt x="20724" y="10368"/>
                </a:cubicBezTo>
                <a:lnTo>
                  <a:pt x="16858" y="10368"/>
                </a:lnTo>
                <a:cubicBezTo>
                  <a:pt x="16800" y="8785"/>
                  <a:pt x="16441" y="7231"/>
                  <a:pt x="15807" y="5792"/>
                </a:cubicBezTo>
                <a:cubicBezTo>
                  <a:pt x="16650" y="5349"/>
                  <a:pt x="17439" y="4792"/>
                  <a:pt x="18152" y="4128"/>
                </a:cubicBezTo>
                <a:close/>
                <a:moveTo>
                  <a:pt x="6541" y="6148"/>
                </a:moveTo>
                <a:cubicBezTo>
                  <a:pt x="7739" y="6662"/>
                  <a:pt x="9031" y="6956"/>
                  <a:pt x="10366" y="7008"/>
                </a:cubicBezTo>
                <a:lnTo>
                  <a:pt x="10366" y="10368"/>
                </a:lnTo>
                <a:lnTo>
                  <a:pt x="5569" y="10368"/>
                </a:lnTo>
                <a:cubicBezTo>
                  <a:pt x="5626" y="8908"/>
                  <a:pt x="5956" y="7475"/>
                  <a:pt x="6541" y="6148"/>
                </a:cubicBezTo>
                <a:close/>
                <a:moveTo>
                  <a:pt x="15024" y="6163"/>
                </a:moveTo>
                <a:cubicBezTo>
                  <a:pt x="15604" y="7486"/>
                  <a:pt x="15934" y="8914"/>
                  <a:pt x="15991" y="10368"/>
                </a:cubicBezTo>
                <a:lnTo>
                  <a:pt x="11234" y="10368"/>
                </a:lnTo>
                <a:lnTo>
                  <a:pt x="11234" y="7008"/>
                </a:lnTo>
                <a:cubicBezTo>
                  <a:pt x="12557" y="6956"/>
                  <a:pt x="13835" y="6668"/>
                  <a:pt x="15024" y="6163"/>
                </a:cubicBezTo>
                <a:close/>
                <a:moveTo>
                  <a:pt x="876" y="11234"/>
                </a:moveTo>
                <a:lnTo>
                  <a:pt x="4700" y="11234"/>
                </a:lnTo>
                <a:cubicBezTo>
                  <a:pt x="4753" y="12849"/>
                  <a:pt x="5119" y="14437"/>
                  <a:pt x="5773" y="15903"/>
                </a:cubicBezTo>
                <a:cubicBezTo>
                  <a:pt x="4953" y="16335"/>
                  <a:pt x="4185" y="16876"/>
                  <a:pt x="3488" y="17518"/>
                </a:cubicBezTo>
                <a:cubicBezTo>
                  <a:pt x="1952" y="15847"/>
                  <a:pt x="980" y="13652"/>
                  <a:pt x="876" y="11234"/>
                </a:cubicBezTo>
                <a:close/>
                <a:moveTo>
                  <a:pt x="5567" y="11234"/>
                </a:moveTo>
                <a:lnTo>
                  <a:pt x="10366" y="11234"/>
                </a:lnTo>
                <a:lnTo>
                  <a:pt x="10366" y="14676"/>
                </a:lnTo>
                <a:cubicBezTo>
                  <a:pt x="9036" y="14728"/>
                  <a:pt x="7749" y="15021"/>
                  <a:pt x="6554" y="15532"/>
                </a:cubicBezTo>
                <a:cubicBezTo>
                  <a:pt x="5955" y="14182"/>
                  <a:pt x="5619" y="12720"/>
                  <a:pt x="5567" y="11234"/>
                </a:cubicBezTo>
                <a:close/>
                <a:moveTo>
                  <a:pt x="11234" y="11234"/>
                </a:moveTo>
                <a:lnTo>
                  <a:pt x="15992" y="11234"/>
                </a:lnTo>
                <a:cubicBezTo>
                  <a:pt x="15940" y="12714"/>
                  <a:pt x="15605" y="14169"/>
                  <a:pt x="15010" y="15515"/>
                </a:cubicBezTo>
                <a:cubicBezTo>
                  <a:pt x="13825" y="15013"/>
                  <a:pt x="12552" y="14728"/>
                  <a:pt x="11234" y="14676"/>
                </a:cubicBezTo>
                <a:lnTo>
                  <a:pt x="11234" y="11234"/>
                </a:lnTo>
                <a:close/>
                <a:moveTo>
                  <a:pt x="16860" y="11234"/>
                </a:moveTo>
                <a:lnTo>
                  <a:pt x="20724" y="11234"/>
                </a:lnTo>
                <a:cubicBezTo>
                  <a:pt x="20620" y="13652"/>
                  <a:pt x="19648" y="15847"/>
                  <a:pt x="18112" y="17518"/>
                </a:cubicBezTo>
                <a:cubicBezTo>
                  <a:pt x="17406" y="16867"/>
                  <a:pt x="16627" y="16321"/>
                  <a:pt x="15795" y="15886"/>
                </a:cubicBezTo>
                <a:cubicBezTo>
                  <a:pt x="16444" y="14425"/>
                  <a:pt x="16807" y="12842"/>
                  <a:pt x="16860" y="11234"/>
                </a:cubicBezTo>
                <a:close/>
                <a:moveTo>
                  <a:pt x="10366" y="15544"/>
                </a:moveTo>
                <a:lnTo>
                  <a:pt x="10366" y="20226"/>
                </a:lnTo>
                <a:cubicBezTo>
                  <a:pt x="9026" y="19256"/>
                  <a:pt x="7899" y="18005"/>
                  <a:pt x="7077" y="16566"/>
                </a:cubicBezTo>
                <a:cubicBezTo>
                  <a:pt x="7029" y="16481"/>
                  <a:pt x="6982" y="16396"/>
                  <a:pt x="6936" y="16310"/>
                </a:cubicBezTo>
                <a:cubicBezTo>
                  <a:pt x="8013" y="15855"/>
                  <a:pt x="9170" y="15594"/>
                  <a:pt x="10366" y="15544"/>
                </a:cubicBezTo>
                <a:close/>
                <a:moveTo>
                  <a:pt x="11234" y="15544"/>
                </a:moveTo>
                <a:cubicBezTo>
                  <a:pt x="12418" y="15594"/>
                  <a:pt x="13563" y="15849"/>
                  <a:pt x="14631" y="16295"/>
                </a:cubicBezTo>
                <a:cubicBezTo>
                  <a:pt x="14582" y="16386"/>
                  <a:pt x="14532" y="16476"/>
                  <a:pt x="14480" y="16566"/>
                </a:cubicBezTo>
                <a:cubicBezTo>
                  <a:pt x="13667" y="17990"/>
                  <a:pt x="12556" y="19230"/>
                  <a:pt x="11234" y="20196"/>
                </a:cubicBezTo>
                <a:lnTo>
                  <a:pt x="11234" y="15544"/>
                </a:lnTo>
                <a:close/>
                <a:moveTo>
                  <a:pt x="15415" y="16666"/>
                </a:moveTo>
                <a:cubicBezTo>
                  <a:pt x="16162" y="17059"/>
                  <a:pt x="16861" y="17548"/>
                  <a:pt x="17498" y="18131"/>
                </a:cubicBezTo>
                <a:cubicBezTo>
                  <a:pt x="16023" y="19479"/>
                  <a:pt x="14143" y="20390"/>
                  <a:pt x="12062" y="20655"/>
                </a:cubicBezTo>
                <a:cubicBezTo>
                  <a:pt x="13343" y="19655"/>
                  <a:pt x="14426" y="18410"/>
                  <a:pt x="15233" y="16997"/>
                </a:cubicBezTo>
                <a:cubicBezTo>
                  <a:pt x="15295" y="16887"/>
                  <a:pt x="15356" y="16777"/>
                  <a:pt x="15415" y="16666"/>
                </a:cubicBezTo>
                <a:close/>
                <a:moveTo>
                  <a:pt x="6153" y="16683"/>
                </a:moveTo>
                <a:cubicBezTo>
                  <a:pt x="6209" y="16788"/>
                  <a:pt x="6267" y="16893"/>
                  <a:pt x="6326" y="16997"/>
                </a:cubicBezTo>
                <a:cubicBezTo>
                  <a:pt x="7132" y="18407"/>
                  <a:pt x="8212" y="19649"/>
                  <a:pt x="9489" y="20648"/>
                </a:cubicBezTo>
                <a:cubicBezTo>
                  <a:pt x="7428" y="20375"/>
                  <a:pt x="5565" y="19468"/>
                  <a:pt x="4102" y="18131"/>
                </a:cubicBezTo>
                <a:cubicBezTo>
                  <a:pt x="4730" y="17557"/>
                  <a:pt x="5418" y="17073"/>
                  <a:pt x="6153" y="16683"/>
                </a:cubicBezTo>
                <a:close/>
              </a:path>
            </a:pathLst>
          </a:custGeom>
          <a:solidFill>
            <a:srgbClr val="000000">
              <a:alpha val="9800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pic>
        <p:nvPicPr>
          <p:cNvPr id="2038111694" name="image3.png" descr="image3.png"/>
          <p:cNvPicPr>
            <a:picLocks noChangeAspect="1"/>
          </p:cNvPicPr>
          <p:nvPr/>
        </p:nvPicPr>
        <p:blipFill rotWithShape="1">
          <a:blip r:embed="rId5">
            <a:alphaModFix amt="98000"/>
          </a:blip>
          <a:stretch/>
        </p:blipFill>
        <p:spPr bwMode="auto">
          <a:xfrm>
            <a:off x="285325" y="9315094"/>
            <a:ext cx="254004" cy="254003"/>
          </a:xfrm>
          <a:prstGeom prst="rect">
            <a:avLst/>
          </a:prstGeom>
          <a:ln w="12700">
            <a:miter lim="400000"/>
          </a:ln>
        </p:spPr>
      </p:pic>
      <p:sp>
        <p:nvSpPr>
          <p:cNvPr id="1355118184" name="Conference name…"/>
          <p:cNvSpPr txBox="1"/>
          <p:nvPr/>
        </p:nvSpPr>
        <p:spPr bwMode="auto">
          <a:xfrm>
            <a:off x="7877533" y="8560997"/>
            <a:ext cx="4735016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br>
              <a:rPr/>
            </a:br>
            <a:r>
              <a:rPr/>
              <a:t>Conference name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Venue, 2021</a:t>
            </a:r>
            <a:endParaRPr/>
          </a:p>
        </p:txBody>
      </p:sp>
      <p:sp>
        <p:nvSpPr>
          <p:cNvPr id="1362818258" name="Introduction &amp; Background"/>
          <p:cNvSpPr txBox="1"/>
          <p:nvPr/>
        </p:nvSpPr>
        <p:spPr bwMode="auto">
          <a:xfrm>
            <a:off x="118111" y="410702"/>
            <a:ext cx="11609059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Introduction &amp; Background</a:t>
            </a:r>
            <a:endParaRPr/>
          </a:p>
        </p:txBody>
      </p:sp>
      <p:sp>
        <p:nvSpPr>
          <p:cNvPr id="2144760058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 e f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289624" name="Immagine"/>
          <p:cNvSpPr/>
          <p:nvPr>
            <p:ph type="pic" idx="21"/>
          </p:nvPr>
        </p:nvSpPr>
        <p:spPr bwMode="auto">
          <a:xfrm>
            <a:off x="-376767" y="-915894"/>
            <a:ext cx="17835653" cy="10682194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24181" name="Rettangolo"/>
          <p:cNvSpPr txBox="1"/>
          <p:nvPr>
            <p:ph type="body" sz="quarter" idx="22"/>
          </p:nvPr>
        </p:nvSpPr>
        <p:spPr bwMode="auto">
          <a:xfrm>
            <a:off x="698500" y="8432800"/>
            <a:ext cx="11607800" cy="689769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1167813" name="Titolo Testo"/>
          <p:cNvSpPr txBox="1"/>
          <p:nvPr>
            <p:ph type="title"/>
          </p:nvPr>
        </p:nvSpPr>
        <p:spPr bwMode="auto"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z="8200" spc="-164"/>
            </a:lvl1pPr>
          </a:lstStyle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482563164" name="Corpo livello uno…"/>
          <p:cNvSpPr txBox="1"/>
          <p:nvPr>
            <p:ph type="body" sz="quarter" idx="1"/>
          </p:nvPr>
        </p:nvSpPr>
        <p:spPr bwMode="auto">
          <a:xfrm>
            <a:off x="698500" y="571500"/>
            <a:ext cx="11607801" cy="461060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2103966971" name="Numero diapositiva"/>
          <p:cNvSpPr txBox="1"/>
          <p:nvPr>
            <p:ph type="sldNum" sz="quarter" idx="2"/>
          </p:nvPr>
        </p:nvSpPr>
        <p:spPr bwMode="auto">
          <a:xfrm>
            <a:off x="5863944" y="8237678"/>
            <a:ext cx="1270001" cy="12700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 e foto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879556" name="Immagine"/>
          <p:cNvSpPr/>
          <p:nvPr>
            <p:ph type="pic" idx="21"/>
          </p:nvPr>
        </p:nvSpPr>
        <p:spPr bwMode="auto">
          <a:xfrm>
            <a:off x="5319128" y="495298"/>
            <a:ext cx="7543803" cy="878006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5221625" name="Titolo Testo"/>
          <p:cNvSpPr txBox="1"/>
          <p:nvPr>
            <p:ph type="title"/>
          </p:nvPr>
        </p:nvSpPr>
        <p:spPr bwMode="auto">
          <a:xfrm>
            <a:off x="698500" y="692533"/>
            <a:ext cx="5105400" cy="4387468"/>
          </a:xfrm>
          <a:prstGeom prst="rect">
            <a:avLst/>
          </a:prstGeom>
        </p:spPr>
        <p:txBody>
          <a:bodyPr anchor="b"/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556913915" name="Corpo livello uno…"/>
          <p:cNvSpPr txBox="1"/>
          <p:nvPr>
            <p:ph type="body" sz="quarter" idx="1"/>
          </p:nvPr>
        </p:nvSpPr>
        <p:spPr bwMode="auto">
          <a:xfrm>
            <a:off x="698500" y="5003800"/>
            <a:ext cx="5105400" cy="4044566"/>
          </a:xfrm>
          <a:prstGeom prst="rect">
            <a:avLst/>
          </a:prstGeom>
        </p:spPr>
        <p:txBody>
          <a:bodyPr numCol="1" spcCol="38100"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1pPr>
            <a:lvl2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2pPr>
            <a:lvl3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3pPr>
            <a:lvl4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4pPr>
            <a:lvl5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sz="3800" b="1"/>
            </a:lvl5pPr>
          </a:lstStyle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229203771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 e punti ele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764632" name="Rettangolo"/>
          <p:cNvSpPr txBox="1"/>
          <p:nvPr>
            <p:ph type="body" idx="21"/>
          </p:nvPr>
        </p:nvSpPr>
        <p:spPr bwMode="auto"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5763674" name="Titolo Testo"/>
          <p:cNvSpPr txBox="1"/>
          <p:nvPr>
            <p:ph type="title"/>
          </p:nvPr>
        </p:nvSpPr>
        <p:spPr bwMode="auto">
          <a:xfrm>
            <a:off x="698500" y="440266"/>
            <a:ext cx="11607800" cy="1016001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684400598" name="Corpo livello uno…"/>
          <p:cNvSpPr txBox="1"/>
          <p:nvPr>
            <p:ph type="body" sz="quarter" idx="1"/>
          </p:nvPr>
        </p:nvSpPr>
        <p:spPr bwMode="auto">
          <a:xfrm>
            <a:off x="698500" y="1412977"/>
            <a:ext cx="11607801" cy="671805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77049090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Punti ele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413117" name="Corpo livello uno…"/>
          <p:cNvSpPr txBox="1"/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2008757946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, punti elenco e f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042983" name="Immagine"/>
          <p:cNvSpPr/>
          <p:nvPr>
            <p:ph type="pic" idx="21"/>
          </p:nvPr>
        </p:nvSpPr>
        <p:spPr bwMode="auto">
          <a:xfrm>
            <a:off x="6172200" y="596900"/>
            <a:ext cx="6448427" cy="859790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15242174" name="Rettangolo"/>
          <p:cNvSpPr txBox="1"/>
          <p:nvPr>
            <p:ph type="body" sz="half" idx="22"/>
          </p:nvPr>
        </p:nvSpPr>
        <p:spPr bwMode="auto">
          <a:xfrm>
            <a:off x="698500" y="3480196"/>
            <a:ext cx="5105400" cy="5593163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59896217" name="Titolo Testo"/>
          <p:cNvSpPr txBox="1"/>
          <p:nvPr>
            <p:ph type="title"/>
          </p:nvPr>
        </p:nvSpPr>
        <p:spPr bwMode="auto"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223049047" name="Corpo livello uno…"/>
          <p:cNvSpPr txBox="1"/>
          <p:nvPr>
            <p:ph type="body" sz="quarter" idx="1"/>
          </p:nvPr>
        </p:nvSpPr>
        <p:spPr bwMode="auto">
          <a:xfrm>
            <a:off x="698500" y="1412977"/>
            <a:ext cx="5105400" cy="671805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457083811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Programm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829210" name="Rettangolo"/>
          <p:cNvSpPr txBox="1"/>
          <p:nvPr>
            <p:ph type="body" idx="21"/>
          </p:nvPr>
        </p:nvSpPr>
        <p:spPr bwMode="auto"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389901403" name="Titolo Testo"/>
          <p:cNvSpPr txBox="1"/>
          <p:nvPr>
            <p:ph type="title"/>
          </p:nvPr>
        </p:nvSpPr>
        <p:spPr bwMode="auto"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060117936" name="Corpo livello uno…"/>
          <p:cNvSpPr txBox="1"/>
          <p:nvPr>
            <p:ph type="body" sz="quarter" idx="1"/>
          </p:nvPr>
        </p:nvSpPr>
        <p:spPr bwMode="auto">
          <a:xfrm>
            <a:off x="698500" y="1409700"/>
            <a:ext cx="11607801" cy="671803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56191744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Dichiara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077865" name="Corpo livello uno…"/>
          <p:cNvSpPr txBox="1"/>
          <p:nvPr>
            <p:ph type="body" sz="half" idx="1"/>
          </p:nvPr>
        </p:nvSpPr>
        <p:spPr bwMode="auto">
          <a:xfrm>
            <a:off x="698500" y="3568700"/>
            <a:ext cx="11607800" cy="2617790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8200" spc="-164">
                <a:latin typeface="Helvetica Neue Medium"/>
                <a:ea typeface="Helvetica Neue Medium"/>
                <a:cs typeface="Helvetica Neue Medium"/>
              </a:defRPr>
            </a:lvl5pPr>
          </a:lstStyle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895586202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Informazione importan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21344" name="Rettangolo"/>
          <p:cNvSpPr txBox="1"/>
          <p:nvPr>
            <p:ph type="body" idx="21"/>
          </p:nvPr>
        </p:nvSpPr>
        <p:spPr bwMode="auto">
          <a:xfrm>
            <a:off x="698500" y="999064"/>
            <a:ext cx="11607800" cy="5210917"/>
          </a:xfrm>
          <a:prstGeom prst="rect">
            <a:avLst/>
          </a:prstGeom>
        </p:spPr>
        <p:txBody>
          <a:bodyPr numCol="1" spcCol="38100" anchor="b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544191621" name="Corpo livello uno…"/>
          <p:cNvSpPr txBox="1"/>
          <p:nvPr>
            <p:ph type="body" sz="quarter" idx="1"/>
          </p:nvPr>
        </p:nvSpPr>
        <p:spPr bwMode="auto">
          <a:xfrm>
            <a:off x="698500" y="6209979"/>
            <a:ext cx="11607800" cy="671805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233580525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Citazion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982129" name="Rettangolo"/>
          <p:cNvSpPr txBox="1"/>
          <p:nvPr>
            <p:ph type="body" sz="half" idx="21"/>
          </p:nvPr>
        </p:nvSpPr>
        <p:spPr bwMode="auto">
          <a:xfrm>
            <a:off x="736600" y="3721100"/>
            <a:ext cx="11531599" cy="2324100"/>
          </a:xfrm>
          <a:prstGeom prst="rect">
            <a:avLst/>
          </a:prstGeom>
        </p:spPr>
        <p:txBody>
          <a:bodyPr numCol="1" spcCol="38100" anchor="ctr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05421950" name="Corpo livello uno…"/>
          <p:cNvSpPr txBox="1"/>
          <p:nvPr>
            <p:ph type="body" sz="quarter" idx="1"/>
          </p:nvPr>
        </p:nvSpPr>
        <p:spPr bwMode="auto">
          <a:xfrm>
            <a:off x="1219200" y="6426200"/>
            <a:ext cx="11049000" cy="461060"/>
          </a:xfrm>
          <a:prstGeom prst="rect">
            <a:avLst/>
          </a:prstGeom>
        </p:spPr>
        <p:txBody>
          <a:bodyPr numCol="1" spcCol="38100" anchor="ctr"/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835441138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Foto - 3 per pagin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293512" name="Immagine"/>
          <p:cNvSpPr/>
          <p:nvPr>
            <p:ph type="pic" idx="21"/>
          </p:nvPr>
        </p:nvSpPr>
        <p:spPr bwMode="auto">
          <a:xfrm>
            <a:off x="-2082800" y="687557"/>
            <a:ext cx="11165190" cy="837389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385007834" name="Immagine"/>
          <p:cNvSpPr/>
          <p:nvPr>
            <p:ph type="pic" sz="half" idx="22"/>
          </p:nvPr>
        </p:nvSpPr>
        <p:spPr bwMode="auto">
          <a:xfrm>
            <a:off x="6597650" y="292100"/>
            <a:ext cx="5740400" cy="459232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2014445" name="Immagine"/>
          <p:cNvSpPr/>
          <p:nvPr>
            <p:ph type="pic" idx="23"/>
          </p:nvPr>
        </p:nvSpPr>
        <p:spPr bwMode="auto">
          <a:xfrm>
            <a:off x="4984750" y="2749550"/>
            <a:ext cx="7937501" cy="9238276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15591044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Fo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943" name="Immagine"/>
          <p:cNvSpPr/>
          <p:nvPr>
            <p:ph type="pic" idx="21"/>
          </p:nvPr>
        </p:nvSpPr>
        <p:spPr bwMode="auto">
          <a:xfrm>
            <a:off x="-1016000" y="-1054100"/>
            <a:ext cx="14427202" cy="1154176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864983429" name="Numero diapositiva"/>
          <p:cNvSpPr txBox="1"/>
          <p:nvPr>
            <p:ph type="sldNum" sz="quarter" idx="2"/>
          </p:nvPr>
        </p:nvSpPr>
        <p:spPr bwMode="auto">
          <a:xfrm>
            <a:off x="5867399" y="8237678"/>
            <a:ext cx="1270000" cy="1270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879654" name="Numero diapositiva"/>
          <p:cNvSpPr txBox="1"/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1" showMasterSp="1" type="tx" userDrawn="1">
  <p:cSld name="Titolo e sottotitolo">
    <p:bg>
      <p:bgPr shadeToTitle="0">
        <a:blipFill>
          <a:blip r:embed="rId2"/>
          <a:srcRect l="0" t="0" r="0" b="0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832620" name="Titolo Testo"/>
          <p:cNvSpPr txBox="1"/>
          <p:nvPr>
            <p:ph type="title"/>
          </p:nvPr>
        </p:nvSpPr>
        <p:spPr bwMode="auto">
          <a:xfrm>
            <a:off x="355600" y="2044700"/>
            <a:ext cx="12293600" cy="3238500"/>
          </a:xfrm>
          <a:prstGeom prst="rect">
            <a:avLst/>
          </a:prstGeom>
        </p:spPr>
        <p:txBody>
          <a:bodyPr anchor="b"/>
          <a:lstStyle>
            <a:lvl1pPr algn="ctr" defTabSz="584200">
              <a:lnSpc>
                <a:spcPct val="100000"/>
              </a:lnSpc>
              <a:defRPr sz="7200" b="0" cap="all" spc="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036912548" name="Corpo livello uno…"/>
          <p:cNvSpPr txBox="1"/>
          <p:nvPr>
            <p:ph type="body" sz="quarter" idx="1"/>
          </p:nvPr>
        </p:nvSpPr>
        <p:spPr bwMode="auto">
          <a:xfrm>
            <a:off x="355600" y="5270500"/>
            <a:ext cx="12293600" cy="1295400"/>
          </a:xfrm>
          <a:prstGeom prst="rect">
            <a:avLst/>
          </a:prstGeom>
        </p:spPr>
        <p:txBody>
          <a:bodyPr numCol="1" spcCol="38100"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1pPr>
            <a:lvl2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2pPr>
            <a:lvl3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3pPr>
            <a:lvl4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4pPr>
            <a:lvl5pPr marL="0" indent="0" algn="ctr" defTabSz="584200">
              <a:lnSpc>
                <a:spcPct val="100000"/>
              </a:lnSpc>
              <a:spcBef>
                <a:spcPts val="0"/>
              </a:spcBef>
              <a:buClr>
                <a:srgbClr val="535353"/>
              </a:buClr>
              <a:buSzTx/>
              <a:buNone/>
              <a:defRPr sz="3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5pPr>
          </a:lstStyle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46218303" name="Numero diapositiva"/>
          <p:cNvSpPr/>
          <p:nvPr>
            <p:ph type="sldNum" sz="quarter" idx="2"/>
          </p:nvPr>
        </p:nvSpPr>
        <p:spPr bwMode="auto">
          <a:xfrm>
            <a:off x="5861050" y="8356600"/>
            <a:ext cx="1270000" cy="1270000"/>
          </a:xfrm>
          <a:prstGeom prst="line">
            <a:avLst/>
          </a:prstGeom>
        </p:spPr>
        <p:txBody>
          <a:bodyPr/>
          <a:lstStyle>
            <a:lvl1pPr>
              <a:defRPr sz="1800">
                <a:solidFill>
                  <a:srgbClr val="53535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473858" name="Corpo livello uno…"/>
          <p:cNvSpPr txBox="1"/>
          <p:nvPr>
            <p:ph type="body" idx="1"/>
          </p:nvPr>
        </p:nvSpPr>
        <p:spPr bwMode="auto"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numCol="2" spcCol="589358">
            <a:normAutofit fontScale="100000" lnSpcReduction="0"/>
          </a:bodyPr>
          <a:lstStyle/>
          <a:p>
            <a:pPr>
              <a:defRPr/>
            </a:pPr>
            <a:r>
              <a:rPr/>
              <a:t>Corpo livello uno</a:t>
            </a:r>
            <a:endParaRPr/>
          </a:p>
          <a:p>
            <a:pPr lvl="1">
              <a:defRPr/>
            </a:pPr>
            <a:r>
              <a:rPr/>
              <a:t>Corpo livello due</a:t>
            </a:r>
            <a:endParaRPr/>
          </a:p>
          <a:p>
            <a:pPr lvl="2">
              <a:defRPr/>
            </a:pPr>
            <a:r>
              <a:rPr/>
              <a:t>Corpo livello tre</a:t>
            </a:r>
            <a:endParaRPr/>
          </a:p>
          <a:p>
            <a:pPr lvl="3">
              <a:defRPr/>
            </a:pPr>
            <a:r>
              <a:rPr/>
              <a:t>Corpo livello quattro</a:t>
            </a:r>
            <a:endParaRPr/>
          </a:p>
          <a:p>
            <a:pPr lvl="4">
              <a:defRPr/>
            </a:pPr>
            <a:r>
              <a:rPr/>
              <a:t>Corpo livello cinque</a:t>
            </a:r>
            <a:endParaRPr/>
          </a:p>
        </p:txBody>
      </p:sp>
      <p:sp>
        <p:nvSpPr>
          <p:cNvPr id="1983064739" name="Titolo Testo"/>
          <p:cNvSpPr txBox="1"/>
          <p:nvPr>
            <p:ph type="title"/>
          </p:nvPr>
        </p:nvSpPr>
        <p:spPr bwMode="auto">
          <a:xfrm>
            <a:off x="1948462" y="1950720"/>
            <a:ext cx="10403841" cy="100838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 fontScale="100000" lnSpcReduction="0"/>
          </a:bodyPr>
          <a:lstStyle/>
          <a:p>
            <a:pPr>
              <a:defRPr/>
            </a:pPr>
            <a:r>
              <a:rPr/>
              <a:t>Titolo Testo</a:t>
            </a:r>
            <a:endParaRPr/>
          </a:p>
        </p:txBody>
      </p:sp>
      <p:sp>
        <p:nvSpPr>
          <p:cNvPr id="1729925904" name="Numero diapositiva"/>
          <p:cNvSpPr txBox="1"/>
          <p:nvPr>
            <p:ph type="sldNum" sz="quarter" idx="2"/>
          </p:nvPr>
        </p:nvSpPr>
        <p:spPr bwMode="auto">
          <a:xfrm>
            <a:off x="5864012" y="8237678"/>
            <a:ext cx="1270001" cy="12700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/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86CB4B4D-7CA3-9044-876B-883B54F8677D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marL="0" marR="0" indent="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1pPr>
      <a:lvl2pPr marL="0" marR="0" indent="4572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2pPr>
      <a:lvl3pPr marL="0" marR="0" indent="9144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3pPr>
      <a:lvl4pPr marL="0" marR="0" indent="13716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4pPr>
      <a:lvl5pPr marL="0" marR="0" indent="18288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5pPr>
      <a:lvl6pPr marL="0" marR="0" indent="22860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6pPr>
      <a:lvl7pPr marL="0" marR="0" indent="27432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7pPr>
      <a:lvl8pPr marL="0" marR="0" indent="32004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8pPr>
      <a:lvl9pPr marL="0" marR="0" indent="3657600" algn="l" defTabSz="1733930" rtl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6000" b="1" i="0" u="none" strike="noStrike" cap="none" spc="-119">
          <a:solidFill>
            <a:srgbClr val="000000"/>
          </a:solidFill>
          <a:latin typeface="+mj-lt"/>
          <a:ea typeface="+mj-ea"/>
          <a:cs typeface="+mj-cs"/>
        </a:defRPr>
      </a:lvl9pPr>
    </p:titleStyle>
    <p:bodyStyle>
      <a:lvl1pPr marL="381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1pPr>
      <a:lvl2pPr marL="762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2pPr>
      <a:lvl3pPr marL="1143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3pPr>
      <a:lvl4pPr marL="1524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4pPr>
      <a:lvl5pPr marL="1905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5pPr>
      <a:lvl6pPr marL="2286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6pPr>
      <a:lvl7pPr marL="2667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7pPr>
      <a:lvl8pPr marL="3048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8pPr>
      <a:lvl9pPr marL="3429000" marR="0" indent="-381000" algn="l" defTabSz="1733930" rtl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defRPr sz="3000" b="0" i="0" u="none" strike="noStrike" cap="none" spc="0">
          <a:solidFill>
            <a:srgbClr val="000000"/>
          </a:solidFill>
          <a:latin typeface="+mj-lt"/>
          <a:ea typeface="+mj-ea"/>
          <a:cs typeface="+mj-cs"/>
        </a:defRPr>
      </a:lvl9pPr>
    </p:bodyStyle>
    <p:otherStyle>
      <a:lvl1pPr marL="0" marR="0" indent="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57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914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71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8288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860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7432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2004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657600" algn="ctr" defTabSz="5842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coolors.co/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hyperlink" Target="mailto:email@studenti.unisa.it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email@studenti.unisa.it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email@studenti.unisa.it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email@studenti.unisa.it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email@studenti.unisa.it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email@studenti.unisa.it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email@studenti.unisa.it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email@studenti.unisa.it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5.jp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blipFill>
          <a:blip r:embed="rId3"/>
          <a:srcRect l="0" t="0" r="0" b="0"/>
          <a:tile algn="tl" flip="none" sx="100000" sy="100000" tx="0" ty="0"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90058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163464187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816432367" name="Utilizza https://www.flaticon.com/ per le icone N.B. cerca sempre di utilizzare icone simili in termini di stile"/>
          <p:cNvSpPr txBox="1"/>
          <p:nvPr/>
        </p:nvSpPr>
        <p:spPr bwMode="auto">
          <a:xfrm>
            <a:off x="170516" y="1821807"/>
            <a:ext cx="12663766" cy="9652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Utilizza </a:t>
            </a:r>
            <a:r>
              <a:rPr u="sng">
                <a:solidFill>
                  <a:srgbClr val="00A1FF"/>
                </a:solidFill>
                <a:hlinkClick r:id="rId4" tooltip=""/>
              </a:rPr>
              <a:t>https://www.flaticon.com/</a:t>
            </a:r>
            <a:r>
              <a:rPr/>
              <a:t> per le icone</a:t>
            </a:r>
            <a:br>
              <a:rPr/>
            </a:br>
            <a:r>
              <a:rPr/>
              <a:t>N.B. cerca sempre di utilizzare icone simili in termini di stile</a:t>
            </a:r>
            <a:endParaRPr/>
          </a:p>
        </p:txBody>
      </p:sp>
      <p:sp>
        <p:nvSpPr>
          <p:cNvPr id="1015374160" name="Stile Testo (sia Windows che MacOS) helvetica neue, 24-30, bianco"/>
          <p:cNvSpPr txBox="1"/>
          <p:nvPr/>
        </p:nvSpPr>
        <p:spPr bwMode="auto">
          <a:xfrm>
            <a:off x="170516" y="2683666"/>
            <a:ext cx="12663766" cy="9652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Stile Testo (sia Windows che MacOS) helvetica neue, 24-30, bianco</a:t>
            </a:r>
            <a:endParaRPr/>
          </a:p>
        </p:txBody>
      </p:sp>
      <p:sp>
        <p:nvSpPr>
          <p:cNvPr id="826275402" name="Eventuali tabelle o grafici vanno rifatti utilizzando gli strumenti messi a disposizione da Powerpoint/Keynote"/>
          <p:cNvSpPr txBox="1"/>
          <p:nvPr/>
        </p:nvSpPr>
        <p:spPr bwMode="auto">
          <a:xfrm>
            <a:off x="170516" y="3688377"/>
            <a:ext cx="12663766" cy="9652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Eventuali tabelle o grafici vanno rifatti utilizzando gli strumenti messi a disposizione da Powerpoint/Keynote</a:t>
            </a:r>
            <a:endParaRPr/>
          </a:p>
        </p:txBody>
      </p:sp>
      <p:sp>
        <p:nvSpPr>
          <p:cNvPr id="1109151715" name="Prediligi l’uso di icone/foto per spiegare concetti piuttosto che le scritte"/>
          <p:cNvSpPr txBox="1"/>
          <p:nvPr/>
        </p:nvSpPr>
        <p:spPr bwMode="auto">
          <a:xfrm>
            <a:off x="170516" y="4830195"/>
            <a:ext cx="12663766" cy="54813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Prediligi l’uso di icone/foto per spiegare concetti piuttosto che le scritte</a:t>
            </a:r>
            <a:endParaRPr/>
          </a:p>
        </p:txBody>
      </p:sp>
      <p:sp>
        <p:nvSpPr>
          <p:cNvPr id="1958606580" name="Scegli un colore di sfondo per l’intestazione e pié di pagina e mantienilo per tutta la presentazione oppure per le slide di una stessa sezione Su https://coolors.co/ puoi generare palette di colori a tuo piacimento"/>
          <p:cNvSpPr txBox="1"/>
          <p:nvPr/>
        </p:nvSpPr>
        <p:spPr bwMode="auto">
          <a:xfrm>
            <a:off x="170516" y="5554947"/>
            <a:ext cx="12663766" cy="1373226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Scegli un colore di sfondo per l’intestazione e pié di pagina e mantienilo per tutta la presentazione oppure per le slide di una stessa sezione</a:t>
            </a:r>
            <a:br>
              <a:rPr/>
            </a:br>
            <a:r>
              <a:rPr/>
              <a:t>Su </a:t>
            </a:r>
            <a:r>
              <a:rPr u="sng">
                <a:solidFill>
                  <a:srgbClr val="479FF8"/>
                </a:solidFill>
                <a:hlinkClick r:id="rId5" tooltip=""/>
              </a:rPr>
              <a:t>https://coolors.co/</a:t>
            </a:r>
            <a:r>
              <a:rPr>
                <a:solidFill>
                  <a:srgbClr val="479FF8"/>
                </a:solidFill>
              </a:rPr>
              <a:t> </a:t>
            </a:r>
            <a:r>
              <a:rPr/>
              <a:t>puoi generare palette di colori a tuo piacimento</a:t>
            </a:r>
            <a:endParaRPr/>
          </a:p>
        </p:txBody>
      </p:sp>
      <p:sp>
        <p:nvSpPr>
          <p:cNvPr id="1974825917" name="Ulteriori consigli su come strutturare una presentazione: https://www.slideshare.net/marcodambros/presentation-tips-11160604"/>
          <p:cNvSpPr txBox="1"/>
          <p:nvPr/>
        </p:nvSpPr>
        <p:spPr bwMode="auto">
          <a:xfrm>
            <a:off x="170516" y="6981975"/>
            <a:ext cx="12663766" cy="9652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Ulteriori consigli su come strutturare una presentazione:</a:t>
            </a:r>
            <a:br>
              <a:rPr/>
            </a:br>
            <a:r>
              <a:rPr/>
              <a:t>https://www.slideshare.net/marcodambros/presentation-tips-11160604</a:t>
            </a:r>
            <a:endParaRPr/>
          </a:p>
        </p:txBody>
      </p:sp>
      <p:sp>
        <p:nvSpPr>
          <p:cNvPr id="2024331781" name="Consigli utili"/>
          <p:cNvSpPr txBox="1"/>
          <p:nvPr/>
        </p:nvSpPr>
        <p:spPr bwMode="auto">
          <a:xfrm>
            <a:off x="557064" y="287233"/>
            <a:ext cx="11609060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Consigli utili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990737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11085162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723331686" name="Titolo tesi"/>
          <p:cNvSpPr txBox="1"/>
          <p:nvPr>
            <p:ph type="title"/>
          </p:nvPr>
        </p:nvSpPr>
        <p:spPr bwMode="auto">
          <a:xfrm>
            <a:off x="-16136" y="3604864"/>
            <a:ext cx="13037072" cy="1573781"/>
          </a:xfrm>
          <a:prstGeom prst="rect">
            <a:avLst/>
          </a:prstGeom>
        </p:spPr>
        <p:txBody>
          <a:bodyPr/>
          <a:lstStyle>
            <a:lvl1pPr algn="ctr">
              <a:defRPr spc="-199">
                <a:solidFill>
                  <a:srgbClr val="303030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>
              <a:defRPr/>
            </a:pPr>
            <a:r>
              <a:rPr/>
              <a:t> Gestione di Contest</a:t>
            </a:r>
            <a:endParaRPr/>
          </a:p>
        </p:txBody>
      </p:sp>
      <p:grpSp>
        <p:nvGrpSpPr>
          <p:cNvPr id="1324842802" name="Raggruppa"/>
          <p:cNvGrpSpPr/>
          <p:nvPr/>
        </p:nvGrpSpPr>
        <p:grpSpPr bwMode="auto">
          <a:xfrm>
            <a:off x="602224" y="170716"/>
            <a:ext cx="1020435" cy="1020436"/>
            <a:chOff x="0" y="0"/>
            <a:chExt cx="1020434" cy="1020434"/>
          </a:xfrm>
        </p:grpSpPr>
        <p:sp>
          <p:nvSpPr>
            <p:cNvPr id="190" name="Cerchio"/>
            <p:cNvSpPr/>
            <p:nvPr/>
          </p:nvSpPr>
          <p:spPr bwMode="auto">
            <a:xfrm>
              <a:off x="0" y="0"/>
              <a:ext cx="1020435" cy="1020435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</a:defRPr>
              </a:pPr>
              <a:endParaRPr/>
            </a:p>
          </p:txBody>
        </p:sp>
        <p:pic>
          <p:nvPicPr>
            <p:cNvPr id="191" name="image2.tif" descr="image2.tif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2140" y="2139"/>
              <a:ext cx="1016153" cy="10161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97034936" name="Nome Cognome Mat.:  xxxxxxxxx"/>
          <p:cNvSpPr txBox="1"/>
          <p:nvPr/>
        </p:nvSpPr>
        <p:spPr bwMode="auto">
          <a:xfrm>
            <a:off x="6888739" y="6868479"/>
            <a:ext cx="5548183" cy="98587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</a:defRPr>
            </a:pPr>
            <a:r>
              <a:rPr/>
              <a:t>Tommaso Moretta</a:t>
            </a:r>
            <a:br>
              <a:rPr/>
            </a:br>
            <a:r>
              <a:rPr/>
              <a:t>Mat.:  0512118903</a:t>
            </a:r>
            <a:endParaRPr/>
          </a:p>
        </p:txBody>
      </p:sp>
      <p:grpSp>
        <p:nvGrpSpPr>
          <p:cNvPr id="142087940" name="Raggruppa"/>
          <p:cNvGrpSpPr/>
          <p:nvPr/>
        </p:nvGrpSpPr>
        <p:grpSpPr bwMode="auto">
          <a:xfrm>
            <a:off x="1837439" y="116347"/>
            <a:ext cx="1083420" cy="1129176"/>
            <a:chOff x="0" y="0"/>
            <a:chExt cx="1083419" cy="1129175"/>
          </a:xfrm>
        </p:grpSpPr>
        <p:sp>
          <p:nvSpPr>
            <p:cNvPr id="194" name="Ovale"/>
            <p:cNvSpPr/>
            <p:nvPr/>
          </p:nvSpPr>
          <p:spPr bwMode="auto">
            <a:xfrm>
              <a:off x="49466" y="66770"/>
              <a:ext cx="1006820" cy="995634"/>
            </a:xfrm>
            <a:prstGeom prst="ellipse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lnSpc>
                  <a:spcPct val="100000"/>
                </a:lnSpc>
                <a:spcBef>
                  <a:spcPts val="0"/>
                </a:spcBef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</a:defRPr>
              </a:pPr>
              <a:endParaRPr/>
            </a:p>
          </p:txBody>
        </p:sp>
        <p:pic>
          <p:nvPicPr>
            <p:cNvPr id="195" name="image1.tif" descr="image1.tif"/>
            <p:cNvPicPr>
              <a:picLocks noChangeAspect="1"/>
            </p:cNvPicPr>
            <p:nvPr/>
          </p:nvPicPr>
          <p:blipFill rotWithShape="1">
            <a:blip r:embed="rId4"/>
            <a:srcRect l="19293" t="0" r="24200" b="37033"/>
            <a:stretch/>
          </p:blipFill>
          <p:spPr bwMode="auto">
            <a:xfrm>
              <a:off x="0" y="0"/>
              <a:ext cx="1083420" cy="11291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4044932" name="email@studenti.unisa.it…"/>
          <p:cNvSpPr txBox="1"/>
          <p:nvPr/>
        </p:nvSpPr>
        <p:spPr bwMode="auto">
          <a:xfrm>
            <a:off x="983156" y="8684644"/>
            <a:ext cx="3183033" cy="76032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u="sng">
                <a:hlinkClick r:id="rId5" tooltip=""/>
              </a:rPr>
              <a:t>t.moretta1@studenti.unisa.it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@Account social</a:t>
            </a:r>
            <a:endParaRPr/>
          </a:p>
        </p:txBody>
      </p:sp>
      <p:pic>
        <p:nvPicPr>
          <p:cNvPr id="260302826" name="email.png" descr="email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41851" y="8740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2046649453" name="QR code che riporta al PDF della tua tesi —&gt;"/>
          <p:cNvSpPr txBox="1"/>
          <p:nvPr/>
        </p:nvSpPr>
        <p:spPr bwMode="auto">
          <a:xfrm>
            <a:off x="9466592" y="8519920"/>
            <a:ext cx="2011107" cy="108545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QR code che riporta al PDF della tua tesi —&gt;</a:t>
            </a:r>
            <a:endParaRPr/>
          </a:p>
        </p:txBody>
      </p:sp>
      <p:pic>
        <p:nvPicPr>
          <p:cNvPr id="1277081871" name="Immagine" descr="Immagine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11364315" y="8519920"/>
            <a:ext cx="990601" cy="990601"/>
          </a:xfrm>
          <a:prstGeom prst="rect">
            <a:avLst/>
          </a:prstGeom>
          <a:ln w="12700">
            <a:miter lim="400000"/>
          </a:ln>
        </p:spPr>
      </p:pic>
      <p:sp>
        <p:nvSpPr>
          <p:cNvPr id="1472306047" name="Prof. Nome Cognome…"/>
          <p:cNvSpPr txBox="1"/>
          <p:nvPr/>
        </p:nvSpPr>
        <p:spPr bwMode="auto">
          <a:xfrm>
            <a:off x="575334" y="7086759"/>
            <a:ext cx="5542783" cy="54391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defTabSz="534190">
              <a:lnSpc>
                <a:spcPct val="100000"/>
              </a:lnSpc>
              <a:spcBef>
                <a:spcPts val="0"/>
              </a:spcBef>
              <a:defRPr sz="2900" b="1">
                <a:solidFill>
                  <a:srgbClr val="303030"/>
                </a:solidFill>
                <a:latin typeface="+mj-lt"/>
                <a:ea typeface="+mj-ea"/>
                <a:cs typeface="+mj-cs"/>
              </a:defRPr>
            </a:pPr>
            <a:r>
              <a:rPr/>
              <a:t>Prof. Rita Francese</a:t>
            </a:r>
            <a:endParaRPr/>
          </a:p>
        </p:txBody>
      </p:sp>
      <p:sp>
        <p:nvSpPr>
          <p:cNvPr id="1598277662" name="Corso di Laurea (Magistrale) in Informatica"/>
          <p:cNvSpPr txBox="1"/>
          <p:nvPr/>
        </p:nvSpPr>
        <p:spPr bwMode="auto">
          <a:xfrm>
            <a:off x="2376031" y="1536312"/>
            <a:ext cx="8253455" cy="37627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534190"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30303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Corso di Laurea in Informatica</a:t>
            </a:r>
            <a:endParaRPr/>
          </a:p>
        </p:txBody>
      </p:sp>
      <p:pic>
        <p:nvPicPr>
          <p:cNvPr id="902469718" name="linkedin(1).png" descr="linkedin(1)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16451" y="9064808"/>
            <a:ext cx="279401" cy="279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513242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221290995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831042871" name="Introduzione e Background"/>
          <p:cNvSpPr txBox="1"/>
          <p:nvPr/>
        </p:nvSpPr>
        <p:spPr bwMode="auto">
          <a:xfrm>
            <a:off x="557064" y="287233"/>
            <a:ext cx="11609060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Introduzione e Background</a:t>
            </a:r>
            <a:endParaRPr/>
          </a:p>
        </p:txBody>
      </p:sp>
      <p:sp>
        <p:nvSpPr>
          <p:cNvPr id="2134982775" name="Titolo Tesi…"/>
          <p:cNvSpPr txBox="1"/>
          <p:nvPr/>
        </p:nvSpPr>
        <p:spPr bwMode="auto">
          <a:xfrm>
            <a:off x="7725133" y="8562266"/>
            <a:ext cx="4735016" cy="105156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/>
              <a:t>Titolo Tesi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/>
              <a:t>Nome Cognome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1546235008" name="email@studenti.unisa.it…"/>
          <p:cNvSpPr txBox="1"/>
          <p:nvPr/>
        </p:nvSpPr>
        <p:spPr bwMode="auto">
          <a:xfrm>
            <a:off x="983157" y="8519919"/>
            <a:ext cx="2619986" cy="10854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u="sng">
                <a:hlinkClick r:id="rId3" tooltip=""/>
              </a:rPr>
              <a:t>email@studenti.unisa.it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Sito web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@Account social</a:t>
            </a:r>
            <a:endParaRPr/>
          </a:p>
        </p:txBody>
      </p:sp>
      <p:pic>
        <p:nvPicPr>
          <p:cNvPr id="265967342" name="world-wide-web.png" descr="world-wide-web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766526" name="email.png" descr="emai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47340261" name="Linea"/>
          <p:cNvSpPr/>
          <p:nvPr/>
        </p:nvSpPr>
        <p:spPr bwMode="auto">
          <a:xfrm flipV="1">
            <a:off x="616451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745261346" name="Linea"/>
          <p:cNvSpPr/>
          <p:nvPr/>
        </p:nvSpPr>
        <p:spPr bwMode="auto">
          <a:xfrm flipV="1">
            <a:off x="12403620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091484405" name="Ricorda di mantenere il contenuto all’interno di questi margini"/>
          <p:cNvSpPr txBox="1"/>
          <p:nvPr/>
        </p:nvSpPr>
        <p:spPr bwMode="auto">
          <a:xfrm>
            <a:off x="4331510" y="4268846"/>
            <a:ext cx="4357053" cy="138455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587022">
              <a:lnSpc>
                <a:spcPct val="120000"/>
              </a:lnSpc>
              <a:spcBef>
                <a:spcPts val="0"/>
              </a:spcBef>
              <a:defRPr sz="25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Ricorda di mantenere il contenuto all’interno di questi margini</a:t>
            </a:r>
            <a:endParaRPr/>
          </a:p>
        </p:txBody>
      </p:sp>
      <p:sp>
        <p:nvSpPr>
          <p:cNvPr id="1291665612" name="Linea"/>
          <p:cNvSpPr/>
          <p:nvPr/>
        </p:nvSpPr>
        <p:spPr bwMode="auto">
          <a:xfrm flipH="1" flipV="1">
            <a:off x="9060357" y="4961123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head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954196004" name="Linea"/>
          <p:cNvSpPr/>
          <p:nvPr/>
        </p:nvSpPr>
        <p:spPr bwMode="auto">
          <a:xfrm flipH="1" flipV="1">
            <a:off x="1008583" y="4967002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1976858201" name="image2.png" descr="image2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927385199" name="linkedin(1).png" descr="linkedin(1)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FFFF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558513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913238763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18142227" name="Introduzione e Background"/>
          <p:cNvSpPr txBox="1"/>
          <p:nvPr/>
        </p:nvSpPr>
        <p:spPr bwMode="auto">
          <a:xfrm>
            <a:off x="557064" y="287233"/>
            <a:ext cx="11609060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Introduzione e Background</a:t>
            </a:r>
            <a:endParaRPr/>
          </a:p>
        </p:txBody>
      </p:sp>
      <p:sp>
        <p:nvSpPr>
          <p:cNvPr id="131388132" name="Titolo Tesi…"/>
          <p:cNvSpPr txBox="1"/>
          <p:nvPr/>
        </p:nvSpPr>
        <p:spPr bwMode="auto">
          <a:xfrm>
            <a:off x="7725133" y="8562266"/>
            <a:ext cx="4735016" cy="105156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/>
              <a:t>Titolo Tesi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/>
              <a:t>Nome Cognome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2045330886" name="email@studenti.unisa.it…"/>
          <p:cNvSpPr txBox="1"/>
          <p:nvPr/>
        </p:nvSpPr>
        <p:spPr bwMode="auto">
          <a:xfrm>
            <a:off x="983157" y="8519919"/>
            <a:ext cx="2619986" cy="10854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u="sng">
                <a:hlinkClick r:id="rId3" tooltip=""/>
              </a:rPr>
              <a:t>email@studenti.unisa.it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Sito web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@Account social</a:t>
            </a:r>
            <a:endParaRPr/>
          </a:p>
        </p:txBody>
      </p:sp>
      <p:pic>
        <p:nvPicPr>
          <p:cNvPr id="1484186563" name="world-wide-web.png" descr="world-wide-web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1129775" name="email.png" descr="emai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1852" y="8613978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56750294" name="Linea"/>
          <p:cNvSpPr/>
          <p:nvPr/>
        </p:nvSpPr>
        <p:spPr bwMode="auto">
          <a:xfrm flipV="1">
            <a:off x="616451" y="2265632"/>
            <a:ext cx="1" cy="5131441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320117382" name="Linea"/>
          <p:cNvSpPr/>
          <p:nvPr/>
        </p:nvSpPr>
        <p:spPr bwMode="auto">
          <a:xfrm flipV="1">
            <a:off x="12403620" y="2265632"/>
            <a:ext cx="1" cy="5131441"/>
          </a:xfrm>
          <a:prstGeom prst="line">
            <a:avLst/>
          </a:prstGeom>
          <a:ln w="25400">
            <a:solidFill>
              <a:srgbClr val="313131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061887554" name="Ricorda di mantenere il contenuto all’interno di questi margini"/>
          <p:cNvSpPr txBox="1"/>
          <p:nvPr/>
        </p:nvSpPr>
        <p:spPr bwMode="auto">
          <a:xfrm>
            <a:off x="4331510" y="4268846"/>
            <a:ext cx="4357053" cy="138455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587022">
              <a:lnSpc>
                <a:spcPct val="120000"/>
              </a:lnSpc>
              <a:spcBef>
                <a:spcPts val="0"/>
              </a:spcBef>
              <a:defRPr sz="2500">
                <a:solidFill>
                  <a:srgbClr val="31313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Ricorda di mantenere il contenuto all’interno di questi margini</a:t>
            </a:r>
            <a:endParaRPr/>
          </a:p>
        </p:txBody>
      </p:sp>
      <p:sp>
        <p:nvSpPr>
          <p:cNvPr id="36389716" name="Linea"/>
          <p:cNvSpPr/>
          <p:nvPr/>
        </p:nvSpPr>
        <p:spPr bwMode="auto">
          <a:xfrm flipH="1" flipV="1">
            <a:off x="9060357" y="4961123"/>
            <a:ext cx="2951133" cy="1"/>
          </a:xfrm>
          <a:prstGeom prst="line">
            <a:avLst/>
          </a:prstGeom>
          <a:ln w="25400">
            <a:solidFill>
              <a:srgbClr val="313131"/>
            </a:solidFill>
            <a:head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209029718" name="Linea"/>
          <p:cNvSpPr/>
          <p:nvPr/>
        </p:nvSpPr>
        <p:spPr bwMode="auto">
          <a:xfrm flipH="1" flipV="1">
            <a:off x="1008583" y="4967002"/>
            <a:ext cx="2951133" cy="1"/>
          </a:xfrm>
          <a:prstGeom prst="line">
            <a:avLst/>
          </a:prstGeom>
          <a:ln w="25400">
            <a:solidFill>
              <a:srgbClr val="313131"/>
            </a:solidFill>
            <a:tail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1913880332" name="image2.png" descr="image2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306448" name="linkedin(1).png" descr="linkedin(1)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254535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ED220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489088864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ED220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19213939" name="Titolo Tesi…"/>
          <p:cNvSpPr txBox="1"/>
          <p:nvPr/>
        </p:nvSpPr>
        <p:spPr bwMode="auto">
          <a:xfrm>
            <a:off x="7725133" y="8562267"/>
            <a:ext cx="4735016" cy="105156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/>
              <a:t>Titolo Tesi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/>
              <a:t>Nome Cognome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672974866" name="email@studenti.unisa.it…"/>
          <p:cNvSpPr txBox="1"/>
          <p:nvPr/>
        </p:nvSpPr>
        <p:spPr bwMode="auto">
          <a:xfrm>
            <a:off x="983157" y="8519920"/>
            <a:ext cx="2619986" cy="108545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u="sng">
                <a:hlinkClick r:id="rId3" tooltip=""/>
              </a:rPr>
              <a:t>email@studenti.unisa.it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Sito web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@Account social</a:t>
            </a:r>
            <a:endParaRPr/>
          </a:p>
        </p:txBody>
      </p:sp>
      <p:pic>
        <p:nvPicPr>
          <p:cNvPr id="371470205" name="world-wide-web.png" descr="world-wide-web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2480658" name="email.png" descr="emai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93178355" name="Metodologia"/>
          <p:cNvSpPr txBox="1"/>
          <p:nvPr/>
        </p:nvSpPr>
        <p:spPr bwMode="auto">
          <a:xfrm>
            <a:off x="557064" y="287233"/>
            <a:ext cx="11609060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Metodologia</a:t>
            </a:r>
            <a:endParaRPr/>
          </a:p>
        </p:txBody>
      </p:sp>
      <p:sp>
        <p:nvSpPr>
          <p:cNvPr id="1133100860" name="Linea"/>
          <p:cNvSpPr/>
          <p:nvPr/>
        </p:nvSpPr>
        <p:spPr bwMode="auto">
          <a:xfrm flipV="1">
            <a:off x="616451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591757410" name="Linea"/>
          <p:cNvSpPr/>
          <p:nvPr/>
        </p:nvSpPr>
        <p:spPr bwMode="auto">
          <a:xfrm flipV="1">
            <a:off x="12403620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56025623" name="Ricorda di mantenere il contenuto all’interno di questi margini"/>
          <p:cNvSpPr txBox="1"/>
          <p:nvPr/>
        </p:nvSpPr>
        <p:spPr bwMode="auto">
          <a:xfrm>
            <a:off x="4331510" y="4268846"/>
            <a:ext cx="4357053" cy="138455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587022">
              <a:lnSpc>
                <a:spcPct val="120000"/>
              </a:lnSpc>
              <a:spcBef>
                <a:spcPts val="0"/>
              </a:spcBef>
              <a:defRPr sz="25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Ricorda di mantenere il contenuto all’interno di questi margini</a:t>
            </a:r>
            <a:endParaRPr/>
          </a:p>
        </p:txBody>
      </p:sp>
      <p:sp>
        <p:nvSpPr>
          <p:cNvPr id="1834610918" name="Linea"/>
          <p:cNvSpPr/>
          <p:nvPr/>
        </p:nvSpPr>
        <p:spPr bwMode="auto">
          <a:xfrm flipH="1" flipV="1">
            <a:off x="9060357" y="4961123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head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897145974" name="Linea"/>
          <p:cNvSpPr/>
          <p:nvPr/>
        </p:nvSpPr>
        <p:spPr bwMode="auto">
          <a:xfrm flipH="1" flipV="1">
            <a:off x="1008583" y="4967002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200449890" name="image2.png" descr="image2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5431659" name="linkedin(1).png" descr="linkedin(1)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307625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FEA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910203037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FEAE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552943556" name="Titolo Tesi…"/>
          <p:cNvSpPr txBox="1"/>
          <p:nvPr/>
        </p:nvSpPr>
        <p:spPr bwMode="auto">
          <a:xfrm>
            <a:off x="7725133" y="8560997"/>
            <a:ext cx="4735016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Titolo Tesi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Nome Cognome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263699420" name="email@studenti.unisa.it…"/>
          <p:cNvSpPr txBox="1"/>
          <p:nvPr/>
        </p:nvSpPr>
        <p:spPr bwMode="auto">
          <a:xfrm>
            <a:off x="983157" y="8519920"/>
            <a:ext cx="2619986" cy="108545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latin typeface="+mj-lt"/>
                <a:ea typeface="+mj-ea"/>
                <a:cs typeface="+mj-cs"/>
              </a:defRPr>
            </a:pPr>
            <a:r>
              <a:rPr u="sng">
                <a:hlinkClick r:id="rId3" tooltip=""/>
              </a:rPr>
              <a:t>email@studenti.unisa.it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latin typeface="+mj-lt"/>
                <a:ea typeface="+mj-ea"/>
                <a:cs typeface="+mj-cs"/>
              </a:defRPr>
            </a:pPr>
            <a:r>
              <a:rPr/>
              <a:t>Sito web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latin typeface="+mj-lt"/>
                <a:ea typeface="+mj-ea"/>
                <a:cs typeface="+mj-cs"/>
              </a:defRPr>
            </a:pPr>
            <a:r>
              <a:rPr/>
              <a:t>@Account social</a:t>
            </a:r>
            <a:endParaRPr/>
          </a:p>
        </p:txBody>
      </p:sp>
      <p:sp>
        <p:nvSpPr>
          <p:cNvPr id="1207218541" name="Titolo Sezione"/>
          <p:cNvSpPr txBox="1"/>
          <p:nvPr/>
        </p:nvSpPr>
        <p:spPr bwMode="auto">
          <a:xfrm>
            <a:off x="557064" y="287233"/>
            <a:ext cx="11609060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/>
            </a:lvl1pPr>
          </a:lstStyle>
          <a:p>
            <a:pPr>
              <a:defRPr/>
            </a:pPr>
            <a:r>
              <a:rPr/>
              <a:t>Titolo Sezione</a:t>
            </a:r>
            <a:endParaRPr/>
          </a:p>
        </p:txBody>
      </p:sp>
      <p:pic>
        <p:nvPicPr>
          <p:cNvPr id="1041149493" name="black_text-removebg-preview.png" descr="black_text-removebg-preview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250335" y="150768"/>
            <a:ext cx="2209801" cy="1061933"/>
          </a:xfrm>
          <a:prstGeom prst="rect">
            <a:avLst/>
          </a:prstGeom>
          <a:ln w="12700">
            <a:miter lim="400000"/>
          </a:ln>
        </p:spPr>
      </p:pic>
      <p:pic>
        <p:nvPicPr>
          <p:cNvPr id="346331753" name="world-wide-web(1).png" descr="world-wide-web(1)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4242" y="8952151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2342533" name="email(1).png" descr="email(1)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34242" y="8607004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76036490" name="Linea"/>
          <p:cNvSpPr/>
          <p:nvPr/>
        </p:nvSpPr>
        <p:spPr bwMode="auto">
          <a:xfrm flipV="1">
            <a:off x="616451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260409564" name="Linea"/>
          <p:cNvSpPr/>
          <p:nvPr/>
        </p:nvSpPr>
        <p:spPr bwMode="auto">
          <a:xfrm flipV="1">
            <a:off x="12403620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591828784" name="Ricorda di mantenere il contenuto all’interno di questi margini"/>
          <p:cNvSpPr txBox="1"/>
          <p:nvPr/>
        </p:nvSpPr>
        <p:spPr bwMode="auto">
          <a:xfrm>
            <a:off x="4331510" y="4268846"/>
            <a:ext cx="4357053" cy="138455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587022">
              <a:lnSpc>
                <a:spcPct val="120000"/>
              </a:lnSpc>
              <a:spcBef>
                <a:spcPts val="0"/>
              </a:spcBef>
              <a:defRPr sz="25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Ricorda di mantenere il contenuto all’interno di questi margini</a:t>
            </a:r>
            <a:endParaRPr/>
          </a:p>
        </p:txBody>
      </p:sp>
      <p:sp>
        <p:nvSpPr>
          <p:cNvPr id="1562466826" name="Linea"/>
          <p:cNvSpPr/>
          <p:nvPr/>
        </p:nvSpPr>
        <p:spPr bwMode="auto">
          <a:xfrm flipH="1" flipV="1">
            <a:off x="9060357" y="4961123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head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967116463" name="Linea"/>
          <p:cNvSpPr/>
          <p:nvPr/>
        </p:nvSpPr>
        <p:spPr bwMode="auto">
          <a:xfrm flipH="1" flipV="1">
            <a:off x="1008583" y="4967002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525751623" name="linkedin.png" descr="linkedin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896529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41D87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2100620545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41D87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156398746" name="Titolo Tesi…"/>
          <p:cNvSpPr txBox="1"/>
          <p:nvPr/>
        </p:nvSpPr>
        <p:spPr bwMode="auto">
          <a:xfrm>
            <a:off x="7725133" y="8560997"/>
            <a:ext cx="4735016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Titolo Tesi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/>
            </a:pPr>
            <a:r>
              <a:rPr/>
              <a:t>Nome Cognome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1933202436" name="email@studenti.unisa.it…"/>
          <p:cNvSpPr txBox="1"/>
          <p:nvPr/>
        </p:nvSpPr>
        <p:spPr bwMode="auto">
          <a:xfrm>
            <a:off x="983157" y="8519920"/>
            <a:ext cx="2619986" cy="108545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latin typeface="+mj-lt"/>
                <a:ea typeface="+mj-ea"/>
                <a:cs typeface="+mj-cs"/>
              </a:defRPr>
            </a:pPr>
            <a:r>
              <a:rPr u="sng">
                <a:hlinkClick r:id="rId3" tooltip=""/>
              </a:rPr>
              <a:t>email@studenti.unisa.it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latin typeface="+mj-lt"/>
                <a:ea typeface="+mj-ea"/>
                <a:cs typeface="+mj-cs"/>
              </a:defRPr>
            </a:pPr>
            <a:r>
              <a:rPr/>
              <a:t>Sito web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latin typeface="+mj-lt"/>
                <a:ea typeface="+mj-ea"/>
                <a:cs typeface="+mj-cs"/>
              </a:defRPr>
            </a:pPr>
            <a:r>
              <a:rPr/>
              <a:t>@Account social</a:t>
            </a:r>
            <a:endParaRPr/>
          </a:p>
        </p:txBody>
      </p:sp>
      <p:sp>
        <p:nvSpPr>
          <p:cNvPr id="1921277054" name="Titolo Sezione"/>
          <p:cNvSpPr txBox="1"/>
          <p:nvPr/>
        </p:nvSpPr>
        <p:spPr bwMode="auto">
          <a:xfrm>
            <a:off x="557064" y="287233"/>
            <a:ext cx="11609060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/>
            </a:lvl1pPr>
          </a:lstStyle>
          <a:p>
            <a:pPr>
              <a:defRPr/>
            </a:pPr>
            <a:r>
              <a:rPr/>
              <a:t>Titolo Sezione</a:t>
            </a:r>
            <a:endParaRPr/>
          </a:p>
        </p:txBody>
      </p:sp>
      <p:pic>
        <p:nvPicPr>
          <p:cNvPr id="233062911" name="world-wide-web(1).png" descr="world-wide-web(1)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34242" y="8952151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9167259" name="email(1).png" descr="email(1)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34242" y="8607004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77408282" name="Linea"/>
          <p:cNvSpPr/>
          <p:nvPr/>
        </p:nvSpPr>
        <p:spPr bwMode="auto">
          <a:xfrm flipV="1">
            <a:off x="616451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953729189" name="Linea"/>
          <p:cNvSpPr/>
          <p:nvPr/>
        </p:nvSpPr>
        <p:spPr bwMode="auto">
          <a:xfrm flipV="1">
            <a:off x="12403620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330297756" name="Ricorda di mantenere il contenuto all’interno di questi margini"/>
          <p:cNvSpPr txBox="1"/>
          <p:nvPr/>
        </p:nvSpPr>
        <p:spPr bwMode="auto">
          <a:xfrm>
            <a:off x="4331510" y="4268846"/>
            <a:ext cx="4357053" cy="138455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587022">
              <a:lnSpc>
                <a:spcPct val="120000"/>
              </a:lnSpc>
              <a:spcBef>
                <a:spcPts val="0"/>
              </a:spcBef>
              <a:defRPr sz="25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Ricorda di mantenere il contenuto all’interno di questi margini</a:t>
            </a:r>
            <a:endParaRPr/>
          </a:p>
        </p:txBody>
      </p:sp>
      <p:sp>
        <p:nvSpPr>
          <p:cNvPr id="1700287055" name="Linea"/>
          <p:cNvSpPr/>
          <p:nvPr/>
        </p:nvSpPr>
        <p:spPr bwMode="auto">
          <a:xfrm flipH="1" flipV="1">
            <a:off x="9060357" y="4961123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head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070159771" name="Linea"/>
          <p:cNvSpPr/>
          <p:nvPr/>
        </p:nvSpPr>
        <p:spPr bwMode="auto">
          <a:xfrm flipH="1" flipV="1">
            <a:off x="1008583" y="4967002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1180179466" name="black_text-removebg-preview.png" descr="black_text-removebg-preview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250335" y="150768"/>
            <a:ext cx="2209801" cy="1061932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235272" name="linkedin.png" descr="linkedin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000133" name="Rettangolo"/>
          <p:cNvSpPr/>
          <p:nvPr/>
        </p:nvSpPr>
        <p:spPr bwMode="auto">
          <a:xfrm>
            <a:off x="-6928" y="8409003"/>
            <a:ext cx="13018657" cy="1358093"/>
          </a:xfrm>
          <a:prstGeom prst="rect">
            <a:avLst/>
          </a:prstGeom>
          <a:solidFill>
            <a:srgbClr val="9373C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641887281" name="Rettangolo"/>
          <p:cNvSpPr/>
          <p:nvPr/>
        </p:nvSpPr>
        <p:spPr bwMode="auto">
          <a:xfrm>
            <a:off x="-6928" y="1890"/>
            <a:ext cx="13018657" cy="1358090"/>
          </a:xfrm>
          <a:prstGeom prst="rect">
            <a:avLst/>
          </a:prstGeom>
          <a:solidFill>
            <a:srgbClr val="9373C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1403531772" name="Titolo Tesi…"/>
          <p:cNvSpPr txBox="1"/>
          <p:nvPr/>
        </p:nvSpPr>
        <p:spPr bwMode="auto">
          <a:xfrm>
            <a:off x="7725133" y="8560997"/>
            <a:ext cx="4735016" cy="1054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/>
              <a:t>Titolo Tesi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</a:defRPr>
            </a:pPr>
            <a:r>
              <a:rPr/>
              <a:t>Nome Cognome</a:t>
            </a:r>
            <a:br>
              <a:rPr/>
            </a:br>
            <a:r>
              <a:rPr/>
              <a:t>Università degli Studi di Salerno</a:t>
            </a:r>
            <a:endParaRPr/>
          </a:p>
        </p:txBody>
      </p:sp>
      <p:sp>
        <p:nvSpPr>
          <p:cNvPr id="833057284" name="email@studenti.unisa.it…"/>
          <p:cNvSpPr txBox="1"/>
          <p:nvPr/>
        </p:nvSpPr>
        <p:spPr bwMode="auto">
          <a:xfrm>
            <a:off x="983157" y="8519920"/>
            <a:ext cx="2619986" cy="108545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u="sng">
                <a:hlinkClick r:id="rId3" tooltip=""/>
              </a:rPr>
              <a:t>email@studenti.unisa.it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Sito web</a:t>
            </a:r>
            <a:endParaRPr/>
          </a:p>
          <a:p>
            <a:pPr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@Account social</a:t>
            </a:r>
            <a:endParaRPr/>
          </a:p>
        </p:txBody>
      </p:sp>
      <p:pic>
        <p:nvPicPr>
          <p:cNvPr id="2064182939" name="world-wide-web.png" descr="world-wide-web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41852" y="8952150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247061" name="email.png" descr="emai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1852" y="8613979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95453868" name="Titolo Sezione"/>
          <p:cNvSpPr txBox="1"/>
          <p:nvPr/>
        </p:nvSpPr>
        <p:spPr bwMode="auto">
          <a:xfrm>
            <a:off x="557064" y="287233"/>
            <a:ext cx="11609060" cy="787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500" b="1" spc="-9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Titolo Sezione</a:t>
            </a:r>
            <a:endParaRPr/>
          </a:p>
        </p:txBody>
      </p:sp>
      <p:sp>
        <p:nvSpPr>
          <p:cNvPr id="1920744523" name="Linea"/>
          <p:cNvSpPr/>
          <p:nvPr/>
        </p:nvSpPr>
        <p:spPr bwMode="auto">
          <a:xfrm flipV="1">
            <a:off x="616451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253869074" name="Linea"/>
          <p:cNvSpPr/>
          <p:nvPr/>
        </p:nvSpPr>
        <p:spPr bwMode="auto">
          <a:xfrm flipV="1">
            <a:off x="12403620" y="2265633"/>
            <a:ext cx="1" cy="5131440"/>
          </a:xfrm>
          <a:prstGeom prst="line">
            <a:avLst/>
          </a:prstGeom>
          <a:ln w="25400">
            <a:solidFill>
              <a:srgbClr val="FFFFFF"/>
            </a:solidFill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279012534" name="Ricorda di mantenere il contenuto all’interno di questi margini"/>
          <p:cNvSpPr txBox="1"/>
          <p:nvPr/>
        </p:nvSpPr>
        <p:spPr bwMode="auto">
          <a:xfrm>
            <a:off x="4331510" y="4268846"/>
            <a:ext cx="4357053" cy="1384555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 defTabSz="587022">
              <a:lnSpc>
                <a:spcPct val="120000"/>
              </a:lnSpc>
              <a:spcBef>
                <a:spcPts val="0"/>
              </a:spcBef>
              <a:defRPr sz="25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Ricorda di mantenere il contenuto all’interno di questi margini</a:t>
            </a:r>
            <a:endParaRPr/>
          </a:p>
        </p:txBody>
      </p:sp>
      <p:sp>
        <p:nvSpPr>
          <p:cNvPr id="1292512815" name="Linea"/>
          <p:cNvSpPr/>
          <p:nvPr/>
        </p:nvSpPr>
        <p:spPr bwMode="auto">
          <a:xfrm flipH="1" flipV="1">
            <a:off x="9060357" y="4961123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head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sp>
        <p:nvSpPr>
          <p:cNvPr id="188640503" name="Linea"/>
          <p:cNvSpPr/>
          <p:nvPr/>
        </p:nvSpPr>
        <p:spPr bwMode="auto">
          <a:xfrm flipH="1" flipV="1">
            <a:off x="1008583" y="4967002"/>
            <a:ext cx="2951133" cy="1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</p:spPr>
        <p:txBody>
          <a:bodyPr lIns="0" tIns="0" rIns="0" bIns="0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200"/>
            </a:pPr>
            <a:endParaRPr/>
          </a:p>
        </p:txBody>
      </p:sp>
      <p:pic>
        <p:nvPicPr>
          <p:cNvPr id="569970065" name="image2.png" descr="image2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250846" y="149169"/>
            <a:ext cx="2208780" cy="1063532"/>
          </a:xfrm>
          <a:prstGeom prst="rect">
            <a:avLst/>
          </a:prstGeom>
          <a:ln w="12700">
            <a:miter lim="400000"/>
          </a:ln>
        </p:spPr>
      </p:pic>
      <p:pic>
        <p:nvPicPr>
          <p:cNvPr id="870061333" name="linkedin(1).png" descr="linkedin(1)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1852" y="9277622"/>
            <a:ext cx="279401" cy="279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1" showMasterSp="1" show="1">
  <p:cSld name="">
    <p:bg>
      <p:bgPr shadeToTitle="0">
        <a:solidFill>
          <a:srgbClr val="2C2C2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761813" name="Rettangolo"/>
          <p:cNvSpPr/>
          <p:nvPr/>
        </p:nvSpPr>
        <p:spPr bwMode="auto">
          <a:xfrm>
            <a:off x="8242274" y="-5659"/>
            <a:ext cx="4767544" cy="9764917"/>
          </a:xfrm>
          <a:prstGeom prst="rect">
            <a:avLst/>
          </a:prstGeom>
          <a:solidFill>
            <a:srgbClr val="00A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584200">
              <a:lnSpc>
                <a:spcPct val="100000"/>
              </a:lnSpc>
              <a:spcBef>
                <a:spcPts val="0"/>
              </a:spcBef>
              <a:defRPr sz="2200">
                <a:solidFill>
                  <a:srgbClr val="2F2F2F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/>
          </a:p>
        </p:txBody>
      </p:sp>
      <p:sp>
        <p:nvSpPr>
          <p:cNvPr id="526638308" name="Titolo tesi"/>
          <p:cNvSpPr txBox="1"/>
          <p:nvPr/>
        </p:nvSpPr>
        <p:spPr bwMode="auto">
          <a:xfrm>
            <a:off x="10433118" y="378047"/>
            <a:ext cx="2372132" cy="558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b="1" spc="-59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Titolo tesi</a:t>
            </a:r>
            <a:endParaRPr/>
          </a:p>
        </p:txBody>
      </p:sp>
      <p:sp>
        <p:nvSpPr>
          <p:cNvPr id="1240309611" name="email@studenti.unisa.it…"/>
          <p:cNvSpPr txBox="1"/>
          <p:nvPr/>
        </p:nvSpPr>
        <p:spPr bwMode="auto">
          <a:xfrm>
            <a:off x="9728022" y="8063195"/>
            <a:ext cx="2619986" cy="10854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 u="sng">
                <a:hlinkClick r:id="rId3" tooltip=""/>
              </a:rPr>
              <a:t>email@studenti.unisa.it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Sito web</a:t>
            </a:r>
            <a:endParaRPr/>
          </a:p>
          <a:p>
            <a:pPr algn="r" defTabSz="587022">
              <a:lnSpc>
                <a:spcPct val="12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pPr>
            <a:r>
              <a:rPr/>
              <a:t>@Account social</a:t>
            </a:r>
            <a:endParaRPr/>
          </a:p>
        </p:txBody>
      </p:sp>
      <p:pic>
        <p:nvPicPr>
          <p:cNvPr id="401148829" name="world-wide-web.png" descr="world-wide-web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2490007" y="8491624"/>
            <a:ext cx="254001" cy="254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8453250" name="email.png" descr="email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2490007" y="8153452"/>
            <a:ext cx="254001" cy="254001"/>
          </a:xfrm>
          <a:prstGeom prst="rect">
            <a:avLst/>
          </a:prstGeom>
          <a:ln w="12700">
            <a:miter lim="400000"/>
          </a:ln>
        </p:spPr>
      </p:pic>
      <p:sp>
        <p:nvSpPr>
          <p:cNvPr id="571542632" name="Nome Cognome"/>
          <p:cNvSpPr txBox="1"/>
          <p:nvPr/>
        </p:nvSpPr>
        <p:spPr bwMode="auto">
          <a:xfrm>
            <a:off x="9262318" y="7314421"/>
            <a:ext cx="3551395" cy="558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spAutoFit/>
          </a:bodyPr>
          <a:lstStyle>
            <a:lvl1pPr algn="r">
              <a:lnSpc>
                <a:spcPct val="80000"/>
              </a:lnSpc>
              <a:spcBef>
                <a:spcPts val="0"/>
              </a:spcBef>
              <a:defRPr b="1" spc="-59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Nome Cognome</a:t>
            </a:r>
            <a:endParaRPr/>
          </a:p>
        </p:txBody>
      </p:sp>
      <p:pic>
        <p:nvPicPr>
          <p:cNvPr id="1011586409" name="c93f07229efd81d0f233e03f432d5458.jpg" descr="c93f07229efd81d0f233e03f432d5458.jpg"/>
          <p:cNvPicPr>
            <a:picLocks noChangeAspect="1"/>
          </p:cNvPicPr>
          <p:nvPr/>
        </p:nvPicPr>
        <p:blipFill rotWithShape="1">
          <a:blip r:embed="rId6"/>
          <a:srcRect l="10353" t="7250" r="34007" b="7245"/>
          <a:stretch/>
        </p:blipFill>
        <p:spPr bwMode="auto">
          <a:xfrm>
            <a:off x="5515599" y="7015266"/>
            <a:ext cx="2184952" cy="20397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0595" fill="norm" stroke="1" extrusionOk="0">
                <a:moveTo>
                  <a:pt x="9841" y="0"/>
                </a:moveTo>
                <a:cubicBezTo>
                  <a:pt x="7323" y="0"/>
                  <a:pt x="4802" y="1007"/>
                  <a:pt x="2881" y="3017"/>
                </a:cubicBezTo>
                <a:cubicBezTo>
                  <a:pt x="-961" y="7038"/>
                  <a:pt x="-961" y="13558"/>
                  <a:pt x="2881" y="17579"/>
                </a:cubicBezTo>
                <a:cubicBezTo>
                  <a:pt x="6724" y="21600"/>
                  <a:pt x="12954" y="21600"/>
                  <a:pt x="16797" y="17579"/>
                </a:cubicBezTo>
                <a:cubicBezTo>
                  <a:pt x="20639" y="13558"/>
                  <a:pt x="20639" y="7038"/>
                  <a:pt x="16797" y="3017"/>
                </a:cubicBezTo>
                <a:cubicBezTo>
                  <a:pt x="14876" y="1007"/>
                  <a:pt x="12359" y="0"/>
                  <a:pt x="9841" y="0"/>
                </a:cubicBezTo>
                <a:close/>
              </a:path>
            </a:pathLst>
          </a:custGeom>
          <a:ln w="25400">
            <a:solidFill>
              <a:srgbClr val="41D87B"/>
            </a:solidFill>
          </a:ln>
        </p:spPr>
      </p:pic>
      <p:sp>
        <p:nvSpPr>
          <p:cNvPr id="1150122585" name="Questa tesi ha contribuito a piantare un albero in ________"/>
          <p:cNvSpPr txBox="1"/>
          <p:nvPr/>
        </p:nvSpPr>
        <p:spPr bwMode="auto">
          <a:xfrm>
            <a:off x="318546" y="8326660"/>
            <a:ext cx="4767544" cy="817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>
              <a:defRPr sz="2500">
                <a:solidFill>
                  <a:srgbClr val="41D87B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Questa tesi ha contribuito a piantare un albero in ________</a:t>
            </a:r>
            <a:endParaRPr/>
          </a:p>
        </p:txBody>
      </p:sp>
      <p:sp>
        <p:nvSpPr>
          <p:cNvPr id="514271153" name="Sostituisci la foto con il tuo albero"/>
          <p:cNvSpPr txBox="1"/>
          <p:nvPr/>
        </p:nvSpPr>
        <p:spPr bwMode="auto">
          <a:xfrm>
            <a:off x="4971786" y="6192009"/>
            <a:ext cx="3061228" cy="8175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ctr">
              <a:defRPr sz="25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Sostituisci la foto con il tuo albero</a:t>
            </a:r>
            <a:endParaRPr/>
          </a:p>
        </p:txBody>
      </p:sp>
      <p:sp>
        <p:nvSpPr>
          <p:cNvPr id="1517757971" name="Grazie!"/>
          <p:cNvSpPr txBox="1"/>
          <p:nvPr/>
        </p:nvSpPr>
        <p:spPr bwMode="auto">
          <a:xfrm>
            <a:off x="11658514" y="5540158"/>
            <a:ext cx="1167729" cy="47371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r">
              <a:defRPr sz="25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/>
              <a:t>Grazie!</a:t>
            </a:r>
            <a:endParaRPr/>
          </a:p>
        </p:txBody>
      </p:sp>
      <p:pic>
        <p:nvPicPr>
          <p:cNvPr id="1323845710" name="Immagine" descr="Immagine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72411" y="7060419"/>
            <a:ext cx="2914661" cy="11430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835392" name="Schermata 2022-06-20 alle 15.00.27.png" descr="Schermata 2022-06-20 alle 15.00.27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363212" y="534805"/>
            <a:ext cx="3403378" cy="2540001"/>
          </a:xfrm>
          <a:prstGeom prst="rect">
            <a:avLst/>
          </a:prstGeom>
          <a:ln w="12700">
            <a:miter lim="400000"/>
          </a:ln>
          <a:effectLst>
            <a:outerShdw blurRad="254000" dist="127000" dir="16200000" sx="100000" sy="100000" kx="0" ky="0" algn="b" rotWithShape="0">
              <a:srgbClr val="000000">
                <a:alpha val="70000"/>
              </a:srgbClr>
            </a:outerShdw>
          </a:effectLst>
        </p:spPr>
      </p:pic>
      <p:pic>
        <p:nvPicPr>
          <p:cNvPr id="1013805793" name="Schermata 2022-06-20 alle 15.00.36.png" descr="Schermata 2022-06-20 alle 15.00.36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308313" y="534805"/>
            <a:ext cx="3392238" cy="2540001"/>
          </a:xfrm>
          <a:prstGeom prst="rect">
            <a:avLst/>
          </a:prstGeom>
          <a:ln w="12700">
            <a:miter lim="400000"/>
          </a:ln>
          <a:effectLst>
            <a:outerShdw blurRad="254000" dist="127000" dir="16200000" sx="100000" sy="100000" kx="0" ky="0" algn="b" rotWithShape="0">
              <a:srgbClr val="000000">
                <a:alpha val="70000"/>
              </a:srgbClr>
            </a:outerShdw>
          </a:effectLst>
        </p:spPr>
      </p:pic>
      <p:pic>
        <p:nvPicPr>
          <p:cNvPr id="799394183" name="Schermata 2022-06-20 alle 15.00.54.png" descr="Schermata 2022-06-20 alle 15.00.54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369714" y="3363407"/>
            <a:ext cx="3390373" cy="2540001"/>
          </a:xfrm>
          <a:prstGeom prst="rect">
            <a:avLst/>
          </a:prstGeom>
          <a:ln w="12700">
            <a:miter lim="400000"/>
          </a:ln>
          <a:effectLst>
            <a:outerShdw blurRad="254000" dist="127000" dir="16200000" sx="100000" sy="100000" kx="0" ky="0" algn="b" rotWithShape="0">
              <a:srgbClr val="000000">
                <a:alpha val="70000"/>
              </a:srgbClr>
            </a:outerShdw>
          </a:effectLst>
        </p:spPr>
      </p:pic>
      <p:pic>
        <p:nvPicPr>
          <p:cNvPr id="675347902" name="Schermata 2022-06-20 alle 15.00.47.png" descr="Schermata 2022-06-20 alle 15.00.47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4295276" y="3363407"/>
            <a:ext cx="3405275" cy="2540001"/>
          </a:xfrm>
          <a:prstGeom prst="rect">
            <a:avLst/>
          </a:prstGeom>
          <a:ln w="12700">
            <a:miter lim="400000"/>
          </a:ln>
          <a:effectLst>
            <a:outerShdw blurRad="254000" dist="127000" dir="16200000" sx="100000" sy="100000" kx="0" ky="0" algn="b" rotWithShape="0">
              <a:srgbClr val="000000">
                <a:alpha val="70000"/>
              </a:srgbClr>
            </a:outerShdw>
          </a:effectLst>
        </p:spPr>
      </p:pic>
      <p:pic>
        <p:nvPicPr>
          <p:cNvPr id="906162164" name="linkedin(1).png" descr="linkedin(1)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12477307" y="8829795"/>
            <a:ext cx="279401" cy="2794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/>
        <a:fillRef idx="0"/>
        <a:effectRef idx="0"/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/>
        <a:fillRef idx="0"/>
        <a:effectRef idx="0"/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  <a:effectLst/>
      </a:spPr>
      <a:bodyPr/>
      <a:lstStyle/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Gill Sans Light"/>
        <a:ea typeface="Gill Sans Light"/>
        <a:cs typeface="Gill Sans Light"/>
      </a:minorFont>
    </a:fontScheme>
    <a:fmtScheme name="Whit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/>
        <a:fillRef idx="0"/>
        <a:effectRef idx="0"/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round/>
        </a:ln>
        <a:effectLst/>
      </a:spPr>
      <a:bodyPr/>
      <a:lstStyle/>
      <a:style>
        <a:lnRef idx="0"/>
        <a:fillRef idx="0"/>
        <a:effectRef idx="0"/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  <a:effectLst/>
      </a:spPr>
      <a:bodyPr/>
      <a:lstStyle/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2025-11-10T10:29:49Z</dcterms:modified>
</cp:coreProperties>
</file>